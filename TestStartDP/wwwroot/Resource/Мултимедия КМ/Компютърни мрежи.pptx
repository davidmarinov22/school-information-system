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4.xml" ContentType="application/vnd.openxmlformats-officedocument.theme+xml"/>
  <Override PartName="/ppt/slideLayouts/slideLayout63.xml" ContentType="application/vnd.openxmlformats-officedocument.presentationml.slideLayout+xml"/>
  <Override PartName="/ppt/theme/theme5.xml" ContentType="application/vnd.openxmlformats-officedocument.theme+xml"/>
  <Override PartName="/ppt/slideLayouts/slideLayout64.xml" ContentType="application/vnd.openxmlformats-officedocument.presentationml.slideLayout+xml"/>
  <Override PartName="/ppt/theme/theme6.xml" ContentType="application/vnd.openxmlformats-officedocument.theme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4" r:id="rId1"/>
    <p:sldMasterId id="2147483783" r:id="rId2"/>
    <p:sldMasterId id="2147483785" r:id="rId3"/>
    <p:sldMasterId id="2147483791" r:id="rId4"/>
    <p:sldMasterId id="2147483820" r:id="rId5"/>
    <p:sldMasterId id="2147483822" r:id="rId6"/>
    <p:sldMasterId id="2147483842" r:id="rId7"/>
  </p:sldMasterIdLst>
  <p:sldIdLst>
    <p:sldId id="281" r:id="rId8"/>
    <p:sldId id="310" r:id="rId9"/>
    <p:sldId id="259" r:id="rId10"/>
    <p:sldId id="260" r:id="rId11"/>
    <p:sldId id="261" r:id="rId12"/>
    <p:sldId id="264" r:id="rId13"/>
    <p:sldId id="282" r:id="rId14"/>
    <p:sldId id="283" r:id="rId15"/>
    <p:sldId id="284" r:id="rId16"/>
    <p:sldId id="285" r:id="rId17"/>
    <p:sldId id="286" r:id="rId18"/>
    <p:sldId id="291" r:id="rId19"/>
    <p:sldId id="287" r:id="rId20"/>
    <p:sldId id="288" r:id="rId21"/>
    <p:sldId id="289" r:id="rId22"/>
    <p:sldId id="292" r:id="rId23"/>
    <p:sldId id="308" r:id="rId24"/>
    <p:sldId id="301" r:id="rId25"/>
    <p:sldId id="302" r:id="rId26"/>
    <p:sldId id="303" r:id="rId27"/>
    <p:sldId id="304" r:id="rId28"/>
    <p:sldId id="305" r:id="rId29"/>
    <p:sldId id="306" r:id="rId30"/>
    <p:sldId id="307" r:id="rId31"/>
    <p:sldId id="294" r:id="rId32"/>
    <p:sldId id="295" r:id="rId33"/>
    <p:sldId id="296" r:id="rId34"/>
    <p:sldId id="309" r:id="rId35"/>
    <p:sldId id="311" r:id="rId3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4" d="100"/>
          <a:sy n="74" d="100"/>
        </p:scale>
        <p:origin x="-540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slide" Target="slides/slide22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nxth" TargetMode="External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nxth" TargetMode="External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4.xml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7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7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514641" y="1858265"/>
            <a:ext cx="9182400" cy="23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6400"/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894241" y="3911363"/>
            <a:ext cx="5802800" cy="9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867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97747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 flipH="1">
            <a:off x="1530200" y="4113533"/>
            <a:ext cx="6674000" cy="136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8666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8666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8666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8666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8666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8666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8666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8666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1530105" y="3098467"/>
            <a:ext cx="3972400" cy="100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None/>
              <a:defRPr sz="12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1530100" y="5371945"/>
            <a:ext cx="5633200" cy="7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81584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1160867" y="1525600"/>
            <a:ext cx="9225600" cy="468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38099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AutoNum type="arabicPeriod"/>
              <a:defRPr>
                <a:solidFill>
                  <a:schemeClr val="dk2"/>
                </a:solidFill>
              </a:defRPr>
            </a:lvl1pPr>
            <a:lvl2pPr marL="1219170" lvl="1" indent="-406390" rtl="0"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 Light"/>
              <a:buAutoNum type="alphaLcPeriod"/>
              <a:defRPr>
                <a:solidFill>
                  <a:schemeClr val="dk2"/>
                </a:solidFill>
              </a:defRPr>
            </a:lvl2pPr>
            <a:lvl3pPr marL="1828754" lvl="2" indent="-406390" rtl="0"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 Light"/>
              <a:buAutoNum type="romanLcPeriod"/>
              <a:defRPr>
                <a:solidFill>
                  <a:schemeClr val="dk2"/>
                </a:solidFill>
              </a:defRPr>
            </a:lvl3pPr>
            <a:lvl4pPr marL="2438339" lvl="3" indent="-406390" rtl="0"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 Light"/>
              <a:buAutoNum type="arabicPeriod"/>
              <a:defRPr>
                <a:solidFill>
                  <a:schemeClr val="dk2"/>
                </a:solidFill>
              </a:defRPr>
            </a:lvl4pPr>
            <a:lvl5pPr marL="3047924" lvl="4" indent="-406390" rtl="0"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 Light"/>
              <a:buAutoNum type="alphaLcPeriod"/>
              <a:defRPr>
                <a:solidFill>
                  <a:schemeClr val="dk2"/>
                </a:solidFill>
              </a:defRPr>
            </a:lvl5pPr>
            <a:lvl6pPr marL="3657509" lvl="5" indent="-406390" rtl="0"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 Light"/>
              <a:buAutoNum type="romanLcPeriod"/>
              <a:defRPr>
                <a:solidFill>
                  <a:schemeClr val="dk2"/>
                </a:solidFill>
              </a:defRPr>
            </a:lvl6pPr>
            <a:lvl7pPr marL="4267093" lvl="6" indent="-406390" rtl="0"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 Light"/>
              <a:buAutoNum type="arabicPeriod"/>
              <a:defRPr>
                <a:solidFill>
                  <a:schemeClr val="dk2"/>
                </a:solidFill>
              </a:defRPr>
            </a:lvl7pPr>
            <a:lvl8pPr marL="4876678" lvl="7" indent="-406390" rtl="0"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 Light"/>
              <a:buAutoNum type="alphaLcPeriod"/>
              <a:defRPr>
                <a:solidFill>
                  <a:schemeClr val="dk2"/>
                </a:solidFill>
              </a:defRPr>
            </a:lvl8pPr>
            <a:lvl9pPr marL="5486263" lvl="8" indent="-406390" rtl="0">
              <a:spcBef>
                <a:spcPts val="2133"/>
              </a:spcBef>
              <a:spcAft>
                <a:spcPts val="2133"/>
              </a:spcAft>
              <a:buClr>
                <a:schemeClr val="dk2"/>
              </a:buClr>
              <a:buSzPts val="1200"/>
              <a:buFont typeface="Nunito Light"/>
              <a:buAutoNum type="romanLcPeriod"/>
              <a:defRPr>
                <a:solidFill>
                  <a:schemeClr val="dk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Google Shape;17;p4"/>
          <p:cNvSpPr txBox="1">
            <a:spLocks noGrp="1"/>
          </p:cNvSpPr>
          <p:nvPr>
            <p:ph type="ctrTitle"/>
          </p:nvPr>
        </p:nvSpPr>
        <p:spPr>
          <a:xfrm>
            <a:off x="2619801" y="470467"/>
            <a:ext cx="6952400" cy="126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87311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ctrTitle"/>
          </p:nvPr>
        </p:nvSpPr>
        <p:spPr>
          <a:xfrm>
            <a:off x="2619801" y="470467"/>
            <a:ext cx="6952400" cy="126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ctrTitle" idx="2"/>
          </p:nvPr>
        </p:nvSpPr>
        <p:spPr>
          <a:xfrm>
            <a:off x="2322600" y="3795600"/>
            <a:ext cx="1677200" cy="57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ubTitle" idx="1"/>
          </p:nvPr>
        </p:nvSpPr>
        <p:spPr>
          <a:xfrm>
            <a:off x="2322600" y="2200033"/>
            <a:ext cx="2876400" cy="133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733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ctrTitle" idx="3"/>
          </p:nvPr>
        </p:nvSpPr>
        <p:spPr>
          <a:xfrm>
            <a:off x="7511668" y="4847067"/>
            <a:ext cx="2374000" cy="57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ubTitle" idx="4"/>
          </p:nvPr>
        </p:nvSpPr>
        <p:spPr>
          <a:xfrm>
            <a:off x="7009277" y="3253408"/>
            <a:ext cx="2876400" cy="133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733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65544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ctrTitle"/>
          </p:nvPr>
        </p:nvSpPr>
        <p:spPr>
          <a:xfrm>
            <a:off x="2619801" y="470467"/>
            <a:ext cx="6952400" cy="126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30855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ctrTitle"/>
          </p:nvPr>
        </p:nvSpPr>
        <p:spPr>
          <a:xfrm>
            <a:off x="3517800" y="501997"/>
            <a:ext cx="5156400" cy="27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ubTitle" idx="1"/>
          </p:nvPr>
        </p:nvSpPr>
        <p:spPr>
          <a:xfrm>
            <a:off x="3440300" y="3085633"/>
            <a:ext cx="5311200" cy="142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35636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ctrTitle"/>
          </p:nvPr>
        </p:nvSpPr>
        <p:spPr>
          <a:xfrm flipH="1">
            <a:off x="1591372" y="2148200"/>
            <a:ext cx="6927600" cy="256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500"/>
              <a:buNone/>
              <a:defRPr sz="8666"/>
            </a:lvl2pPr>
            <a:lvl3pPr lvl="2" rtl="0">
              <a:spcBef>
                <a:spcPts val="0"/>
              </a:spcBef>
              <a:spcAft>
                <a:spcPts val="0"/>
              </a:spcAft>
              <a:buSzPts val="6500"/>
              <a:buNone/>
              <a:defRPr sz="8666"/>
            </a:lvl3pPr>
            <a:lvl4pPr lvl="3" rtl="0">
              <a:spcBef>
                <a:spcPts val="0"/>
              </a:spcBef>
              <a:spcAft>
                <a:spcPts val="0"/>
              </a:spcAft>
              <a:buSzPts val="6500"/>
              <a:buNone/>
              <a:defRPr sz="8666"/>
            </a:lvl4pPr>
            <a:lvl5pPr lvl="4" rtl="0">
              <a:spcBef>
                <a:spcPts val="0"/>
              </a:spcBef>
              <a:spcAft>
                <a:spcPts val="0"/>
              </a:spcAft>
              <a:buSzPts val="6500"/>
              <a:buNone/>
              <a:defRPr sz="8666"/>
            </a:lvl5pPr>
            <a:lvl6pPr lvl="5" rtl="0">
              <a:spcBef>
                <a:spcPts val="0"/>
              </a:spcBef>
              <a:spcAft>
                <a:spcPts val="0"/>
              </a:spcAft>
              <a:buSzPts val="6500"/>
              <a:buNone/>
              <a:defRPr sz="8666"/>
            </a:lvl6pPr>
            <a:lvl7pPr lvl="6" rtl="0">
              <a:spcBef>
                <a:spcPts val="0"/>
              </a:spcBef>
              <a:spcAft>
                <a:spcPts val="0"/>
              </a:spcAft>
              <a:buSzPts val="6500"/>
              <a:buNone/>
              <a:defRPr sz="8666"/>
            </a:lvl7pPr>
            <a:lvl8pPr lvl="7" rtl="0">
              <a:spcBef>
                <a:spcPts val="0"/>
              </a:spcBef>
              <a:spcAft>
                <a:spcPts val="0"/>
              </a:spcAft>
              <a:buSzPts val="6500"/>
              <a:buNone/>
              <a:defRPr sz="8666"/>
            </a:lvl8pPr>
            <a:lvl9pPr lvl="8" rtl="0">
              <a:spcBef>
                <a:spcPts val="0"/>
              </a:spcBef>
              <a:spcAft>
                <a:spcPts val="0"/>
              </a:spcAft>
              <a:buSzPts val="6500"/>
              <a:buNone/>
              <a:defRPr sz="8666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90064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>
            <a:spLocks noGrp="1"/>
          </p:cNvSpPr>
          <p:nvPr>
            <p:ph type="ctrTitle"/>
          </p:nvPr>
        </p:nvSpPr>
        <p:spPr>
          <a:xfrm>
            <a:off x="2134311" y="1313637"/>
            <a:ext cx="3564800" cy="27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subTitle" idx="1"/>
          </p:nvPr>
        </p:nvSpPr>
        <p:spPr>
          <a:xfrm>
            <a:off x="2221100" y="4077900"/>
            <a:ext cx="3478000" cy="237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>
                <a:solidFill>
                  <a:schemeClr val="dk1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ctrTitle" idx="2"/>
          </p:nvPr>
        </p:nvSpPr>
        <p:spPr>
          <a:xfrm>
            <a:off x="2619800" y="470467"/>
            <a:ext cx="6952400" cy="126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73900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"/>
          <p:cNvSpPr txBox="1">
            <a:spLocks noGrp="1"/>
          </p:cNvSpPr>
          <p:nvPr>
            <p:ph type="ctrTitle"/>
          </p:nvPr>
        </p:nvSpPr>
        <p:spPr>
          <a:xfrm flipH="1">
            <a:off x="927233" y="2019300"/>
            <a:ext cx="4746400" cy="104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None/>
              <a:defRPr sz="2400">
                <a:solidFill>
                  <a:schemeClr val="hlink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None/>
              <a:defRPr sz="2400">
                <a:solidFill>
                  <a:schemeClr val="hlink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None/>
              <a:defRPr sz="2400">
                <a:solidFill>
                  <a:schemeClr val="hlink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None/>
              <a:defRPr sz="2400">
                <a:solidFill>
                  <a:schemeClr val="hlink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None/>
              <a:defRPr sz="2400">
                <a:solidFill>
                  <a:schemeClr val="hlink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None/>
              <a:defRPr sz="2400">
                <a:solidFill>
                  <a:schemeClr val="hlink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None/>
              <a:defRPr sz="2400">
                <a:solidFill>
                  <a:schemeClr val="hlink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None/>
              <a:defRPr sz="2400">
                <a:solidFill>
                  <a:schemeClr val="hlink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subTitle" idx="1"/>
          </p:nvPr>
        </p:nvSpPr>
        <p:spPr>
          <a:xfrm flipH="1">
            <a:off x="2108033" y="3412267"/>
            <a:ext cx="3565600" cy="116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277004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1"/>
          <p:cNvSpPr txBox="1">
            <a:spLocks noGrp="1"/>
          </p:cNvSpPr>
          <p:nvPr>
            <p:ph type="title" hasCustomPrompt="1"/>
          </p:nvPr>
        </p:nvSpPr>
        <p:spPr>
          <a:xfrm>
            <a:off x="3000900" y="1335133"/>
            <a:ext cx="82548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2000"/>
              <a:buNone/>
              <a:defRPr sz="13066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0" name="Google Shape;40;p11"/>
          <p:cNvSpPr txBox="1">
            <a:spLocks noGrp="1"/>
          </p:cNvSpPr>
          <p:nvPr>
            <p:ph type="body" idx="1"/>
          </p:nvPr>
        </p:nvSpPr>
        <p:spPr>
          <a:xfrm>
            <a:off x="2810600" y="3860067"/>
            <a:ext cx="8254800" cy="92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2133"/>
            </a:lvl1pPr>
            <a:lvl2pPr marL="1219170" lvl="1" indent="-40639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828754" lvl="2" indent="-406390" algn="ctr">
              <a:spcBef>
                <a:spcPts val="2133"/>
              </a:spcBef>
              <a:spcAft>
                <a:spcPts val="0"/>
              </a:spcAft>
              <a:buSzPts val="1200"/>
              <a:buChar char="■"/>
              <a:defRPr/>
            </a:lvl3pPr>
            <a:lvl4pPr marL="2438339" lvl="3" indent="-406390" algn="ctr">
              <a:spcBef>
                <a:spcPts val="2133"/>
              </a:spcBef>
              <a:spcAft>
                <a:spcPts val="0"/>
              </a:spcAft>
              <a:buSzPts val="1200"/>
              <a:buChar char="●"/>
              <a:defRPr/>
            </a:lvl4pPr>
            <a:lvl5pPr marL="3047924" lvl="4" indent="-406390" algn="ctr">
              <a:spcBef>
                <a:spcPts val="2133"/>
              </a:spcBef>
              <a:spcAft>
                <a:spcPts val="0"/>
              </a:spcAft>
              <a:buSzPts val="1200"/>
              <a:buChar char="○"/>
              <a:defRPr/>
            </a:lvl5pPr>
            <a:lvl6pPr marL="3657509" lvl="5" indent="-406390" algn="ctr">
              <a:spcBef>
                <a:spcPts val="2133"/>
              </a:spcBef>
              <a:spcAft>
                <a:spcPts val="0"/>
              </a:spcAft>
              <a:buSzPts val="1200"/>
              <a:buChar char="■"/>
              <a:defRPr/>
            </a:lvl6pPr>
            <a:lvl7pPr marL="4267093" lvl="6" indent="-406390" algn="ctr">
              <a:spcBef>
                <a:spcPts val="2133"/>
              </a:spcBef>
              <a:spcAft>
                <a:spcPts val="0"/>
              </a:spcAft>
              <a:buSzPts val="1200"/>
              <a:buChar char="●"/>
              <a:defRPr/>
            </a:lvl7pPr>
            <a:lvl8pPr marL="4876678" lvl="7" indent="-406390" algn="ctr">
              <a:spcBef>
                <a:spcPts val="2133"/>
              </a:spcBef>
              <a:spcAft>
                <a:spcPts val="0"/>
              </a:spcAft>
              <a:buSzPts val="1200"/>
              <a:buChar char="○"/>
              <a:defRPr/>
            </a:lvl8pPr>
            <a:lvl9pPr marL="5486263" lvl="8" indent="-406390" algn="ctr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3236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55012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3"/>
          <p:cNvSpPr txBox="1">
            <a:spLocks noGrp="1"/>
          </p:cNvSpPr>
          <p:nvPr>
            <p:ph type="ctrTitle"/>
          </p:nvPr>
        </p:nvSpPr>
        <p:spPr>
          <a:xfrm>
            <a:off x="4514500" y="2798200"/>
            <a:ext cx="3163200" cy="126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ctrTitle" idx="2"/>
          </p:nvPr>
        </p:nvSpPr>
        <p:spPr>
          <a:xfrm>
            <a:off x="520395" y="268871"/>
            <a:ext cx="2632400" cy="7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subTitle" idx="1"/>
          </p:nvPr>
        </p:nvSpPr>
        <p:spPr>
          <a:xfrm>
            <a:off x="920595" y="773704"/>
            <a:ext cx="2232400" cy="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title" idx="3" hasCustomPrompt="1"/>
          </p:nvPr>
        </p:nvSpPr>
        <p:spPr>
          <a:xfrm>
            <a:off x="2824597" y="725931"/>
            <a:ext cx="1476800" cy="77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47" name="Google Shape;47;p13"/>
          <p:cNvSpPr txBox="1">
            <a:spLocks noGrp="1"/>
          </p:cNvSpPr>
          <p:nvPr>
            <p:ph type="title" idx="4" hasCustomPrompt="1"/>
          </p:nvPr>
        </p:nvSpPr>
        <p:spPr>
          <a:xfrm>
            <a:off x="2807208" y="2021077"/>
            <a:ext cx="1476800" cy="77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3"/>
          <p:cNvSpPr txBox="1">
            <a:spLocks noGrp="1"/>
          </p:cNvSpPr>
          <p:nvPr>
            <p:ph type="title" idx="5" hasCustomPrompt="1"/>
          </p:nvPr>
        </p:nvSpPr>
        <p:spPr>
          <a:xfrm>
            <a:off x="2807208" y="3316224"/>
            <a:ext cx="1476800" cy="77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49" name="Google Shape;49;p13"/>
          <p:cNvSpPr txBox="1">
            <a:spLocks noGrp="1"/>
          </p:cNvSpPr>
          <p:nvPr>
            <p:ph type="title" idx="6" hasCustomPrompt="1"/>
          </p:nvPr>
        </p:nvSpPr>
        <p:spPr>
          <a:xfrm>
            <a:off x="7896011" y="2790184"/>
            <a:ext cx="1429600" cy="77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3"/>
          <p:cNvSpPr txBox="1">
            <a:spLocks noGrp="1"/>
          </p:cNvSpPr>
          <p:nvPr>
            <p:ph type="title" idx="7" hasCustomPrompt="1"/>
          </p:nvPr>
        </p:nvSpPr>
        <p:spPr>
          <a:xfrm>
            <a:off x="7896011" y="4149781"/>
            <a:ext cx="1429600" cy="77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51" name="Google Shape;51;p13"/>
          <p:cNvSpPr txBox="1">
            <a:spLocks noGrp="1"/>
          </p:cNvSpPr>
          <p:nvPr>
            <p:ph type="title" idx="8" hasCustomPrompt="1"/>
          </p:nvPr>
        </p:nvSpPr>
        <p:spPr>
          <a:xfrm>
            <a:off x="7896011" y="5509377"/>
            <a:ext cx="1429600" cy="77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52" name="Google Shape;52;p13"/>
          <p:cNvSpPr txBox="1">
            <a:spLocks noGrp="1"/>
          </p:cNvSpPr>
          <p:nvPr>
            <p:ph type="ctrTitle" idx="9"/>
          </p:nvPr>
        </p:nvSpPr>
        <p:spPr>
          <a:xfrm>
            <a:off x="520395" y="1557139"/>
            <a:ext cx="2632400" cy="7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ubTitle" idx="13"/>
          </p:nvPr>
        </p:nvSpPr>
        <p:spPr>
          <a:xfrm>
            <a:off x="920595" y="2061969"/>
            <a:ext cx="2232400" cy="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ctrTitle" idx="14"/>
          </p:nvPr>
        </p:nvSpPr>
        <p:spPr>
          <a:xfrm>
            <a:off x="520395" y="2855115"/>
            <a:ext cx="2632400" cy="7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5"/>
          </p:nvPr>
        </p:nvSpPr>
        <p:spPr>
          <a:xfrm>
            <a:off x="920595" y="3359941"/>
            <a:ext cx="2232400" cy="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ctrTitle" idx="16"/>
          </p:nvPr>
        </p:nvSpPr>
        <p:spPr>
          <a:xfrm>
            <a:off x="9082077" y="2366907"/>
            <a:ext cx="2632400" cy="7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subTitle" idx="17"/>
          </p:nvPr>
        </p:nvSpPr>
        <p:spPr>
          <a:xfrm>
            <a:off x="9082077" y="2871740"/>
            <a:ext cx="2232400" cy="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ctrTitle" idx="18"/>
          </p:nvPr>
        </p:nvSpPr>
        <p:spPr>
          <a:xfrm>
            <a:off x="9082077" y="3732127"/>
            <a:ext cx="2632400" cy="7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subTitle" idx="19"/>
          </p:nvPr>
        </p:nvSpPr>
        <p:spPr>
          <a:xfrm>
            <a:off x="9082077" y="4236956"/>
            <a:ext cx="2232400" cy="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ctrTitle" idx="20"/>
          </p:nvPr>
        </p:nvSpPr>
        <p:spPr>
          <a:xfrm>
            <a:off x="9082077" y="5081804"/>
            <a:ext cx="2632400" cy="7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subTitle" idx="21"/>
          </p:nvPr>
        </p:nvSpPr>
        <p:spPr>
          <a:xfrm>
            <a:off x="9082077" y="5586631"/>
            <a:ext cx="2232400" cy="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0574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 header 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>
            <a:spLocks noGrp="1"/>
          </p:cNvSpPr>
          <p:nvPr>
            <p:ph type="ctrTitle"/>
          </p:nvPr>
        </p:nvSpPr>
        <p:spPr>
          <a:xfrm flipH="1">
            <a:off x="3663705" y="3514233"/>
            <a:ext cx="6927600" cy="256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48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8666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8666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8666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8666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8666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8666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8666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8666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6618905" y="3098467"/>
            <a:ext cx="3972400" cy="100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None/>
              <a:defRPr sz="128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65" name="Google Shape;65;p14"/>
          <p:cNvSpPr txBox="1">
            <a:spLocks noGrp="1"/>
          </p:cNvSpPr>
          <p:nvPr>
            <p:ph type="subTitle" idx="1"/>
          </p:nvPr>
        </p:nvSpPr>
        <p:spPr>
          <a:xfrm>
            <a:off x="4958105" y="5373975"/>
            <a:ext cx="5633200" cy="7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479954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 header 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ctrTitle"/>
          </p:nvPr>
        </p:nvSpPr>
        <p:spPr>
          <a:xfrm flipH="1">
            <a:off x="3672724" y="1796051"/>
            <a:ext cx="6927600" cy="256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48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8666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8666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8666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8666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8666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8666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8666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8666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6627924" y="1380284"/>
            <a:ext cx="3972400" cy="100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None/>
              <a:defRPr sz="128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69" name="Google Shape;69;p15"/>
          <p:cNvSpPr txBox="1">
            <a:spLocks noGrp="1"/>
          </p:cNvSpPr>
          <p:nvPr>
            <p:ph type="subTitle" idx="1"/>
          </p:nvPr>
        </p:nvSpPr>
        <p:spPr>
          <a:xfrm>
            <a:off x="4967124" y="3657319"/>
            <a:ext cx="5633200" cy="7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279964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Section header 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>
            <a:spLocks noGrp="1"/>
          </p:cNvSpPr>
          <p:nvPr>
            <p:ph type="ctrTitle"/>
          </p:nvPr>
        </p:nvSpPr>
        <p:spPr>
          <a:xfrm flipH="1">
            <a:off x="1573337" y="1796051"/>
            <a:ext cx="6927600" cy="256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8666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8666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8666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8666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8666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8666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8666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8666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1573337" y="1380284"/>
            <a:ext cx="3972400" cy="100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None/>
              <a:defRPr sz="12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73" name="Google Shape;73;p16"/>
          <p:cNvSpPr txBox="1">
            <a:spLocks noGrp="1"/>
          </p:cNvSpPr>
          <p:nvPr>
            <p:ph type="subTitle" idx="1"/>
          </p:nvPr>
        </p:nvSpPr>
        <p:spPr>
          <a:xfrm>
            <a:off x="1573337" y="3657319"/>
            <a:ext cx="5633200" cy="7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133043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4">
  <p:cSld name="Section header 4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ctrTitle"/>
          </p:nvPr>
        </p:nvSpPr>
        <p:spPr>
          <a:xfrm flipH="1">
            <a:off x="3013772" y="2925073"/>
            <a:ext cx="6927600" cy="256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8666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8666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8666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8666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8666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8666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8666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8666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3013772" y="2509307"/>
            <a:ext cx="3972400" cy="100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None/>
              <a:defRPr sz="12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7"/>
          <p:cNvSpPr txBox="1">
            <a:spLocks noGrp="1"/>
          </p:cNvSpPr>
          <p:nvPr>
            <p:ph type="subTitle" idx="1"/>
          </p:nvPr>
        </p:nvSpPr>
        <p:spPr>
          <a:xfrm>
            <a:off x="3013772" y="4634739"/>
            <a:ext cx="5633200" cy="7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414998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5">
  <p:cSld name="Section header 5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>
            <a:spLocks noGrp="1"/>
          </p:cNvSpPr>
          <p:nvPr>
            <p:ph type="ctrTitle"/>
          </p:nvPr>
        </p:nvSpPr>
        <p:spPr>
          <a:xfrm flipH="1">
            <a:off x="2264096" y="2904633"/>
            <a:ext cx="6927600" cy="256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48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8666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8666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8666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8666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8666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8666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8666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8666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0" name="Google Shape;80;p18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5219296" y="2488867"/>
            <a:ext cx="3972400" cy="100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None/>
              <a:defRPr sz="128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81" name="Google Shape;81;p18"/>
          <p:cNvSpPr txBox="1">
            <a:spLocks noGrp="1"/>
          </p:cNvSpPr>
          <p:nvPr>
            <p:ph type="subTitle" idx="1"/>
          </p:nvPr>
        </p:nvSpPr>
        <p:spPr>
          <a:xfrm>
            <a:off x="3558496" y="4634739"/>
            <a:ext cx="5633200" cy="7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614178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9"/>
          <p:cNvSpPr txBox="1">
            <a:spLocks noGrp="1"/>
          </p:cNvSpPr>
          <p:nvPr>
            <p:ph type="body" idx="1"/>
          </p:nvPr>
        </p:nvSpPr>
        <p:spPr>
          <a:xfrm>
            <a:off x="963167" y="1930400"/>
            <a:ext cx="4785600" cy="420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867"/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 rtl="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 rtl="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 rtl="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 rtl="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 rtl="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 rtl="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 rtl="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4" name="Google Shape;84;p19"/>
          <p:cNvSpPr txBox="1">
            <a:spLocks noGrp="1"/>
          </p:cNvSpPr>
          <p:nvPr>
            <p:ph type="body" idx="2"/>
          </p:nvPr>
        </p:nvSpPr>
        <p:spPr>
          <a:xfrm>
            <a:off x="6443200" y="1930400"/>
            <a:ext cx="4785600" cy="420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867"/>
            </a:lvl1pPr>
            <a:lvl2pPr marL="1219170" lvl="1" indent="-406390" rtl="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 rtl="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 rtl="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 rtl="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 rtl="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 rtl="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 rtl="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 rtl="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5" name="Google Shape;85;p19"/>
          <p:cNvSpPr txBox="1">
            <a:spLocks noGrp="1"/>
          </p:cNvSpPr>
          <p:nvPr>
            <p:ph type="subTitle" idx="3"/>
          </p:nvPr>
        </p:nvSpPr>
        <p:spPr>
          <a:xfrm>
            <a:off x="965200" y="1270000"/>
            <a:ext cx="10265600" cy="53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>
                <a:solidFill>
                  <a:schemeClr val="hlink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6" name="Google Shape;86;p19"/>
          <p:cNvSpPr txBox="1">
            <a:spLocks noGrp="1"/>
          </p:cNvSpPr>
          <p:nvPr>
            <p:ph type="ctrTitle"/>
          </p:nvPr>
        </p:nvSpPr>
        <p:spPr>
          <a:xfrm>
            <a:off x="2619801" y="470467"/>
            <a:ext cx="6952400" cy="126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7918200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0"/>
          <p:cNvSpPr txBox="1">
            <a:spLocks noGrp="1"/>
          </p:cNvSpPr>
          <p:nvPr>
            <p:ph type="ctrTitle"/>
          </p:nvPr>
        </p:nvSpPr>
        <p:spPr>
          <a:xfrm>
            <a:off x="748800" y="3739617"/>
            <a:ext cx="3564800" cy="57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9" name="Google Shape;89;p20"/>
          <p:cNvSpPr txBox="1">
            <a:spLocks noGrp="1"/>
          </p:cNvSpPr>
          <p:nvPr>
            <p:ph type="subTitle" idx="1"/>
          </p:nvPr>
        </p:nvSpPr>
        <p:spPr>
          <a:xfrm>
            <a:off x="1163267" y="4120633"/>
            <a:ext cx="2736000" cy="133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467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0" name="Google Shape;90;p20"/>
          <p:cNvSpPr txBox="1">
            <a:spLocks noGrp="1"/>
          </p:cNvSpPr>
          <p:nvPr>
            <p:ph type="ctrTitle" idx="2"/>
          </p:nvPr>
        </p:nvSpPr>
        <p:spPr>
          <a:xfrm>
            <a:off x="4313600" y="3739617"/>
            <a:ext cx="3564800" cy="57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1" name="Google Shape;91;p20"/>
          <p:cNvSpPr txBox="1">
            <a:spLocks noGrp="1"/>
          </p:cNvSpPr>
          <p:nvPr>
            <p:ph type="subTitle" idx="3"/>
          </p:nvPr>
        </p:nvSpPr>
        <p:spPr>
          <a:xfrm>
            <a:off x="4617200" y="2715667"/>
            <a:ext cx="2957600" cy="133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467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2" name="Google Shape;92;p20"/>
          <p:cNvSpPr txBox="1">
            <a:spLocks noGrp="1"/>
          </p:cNvSpPr>
          <p:nvPr>
            <p:ph type="ctrTitle" idx="4"/>
          </p:nvPr>
        </p:nvSpPr>
        <p:spPr>
          <a:xfrm>
            <a:off x="7878400" y="3739617"/>
            <a:ext cx="3564800" cy="57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3" name="Google Shape;93;p20"/>
          <p:cNvSpPr txBox="1">
            <a:spLocks noGrp="1"/>
          </p:cNvSpPr>
          <p:nvPr>
            <p:ph type="subTitle" idx="5"/>
          </p:nvPr>
        </p:nvSpPr>
        <p:spPr>
          <a:xfrm>
            <a:off x="8182000" y="4120633"/>
            <a:ext cx="2957600" cy="133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467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4" name="Google Shape;94;p20"/>
          <p:cNvSpPr txBox="1">
            <a:spLocks noGrp="1"/>
          </p:cNvSpPr>
          <p:nvPr>
            <p:ph type="ctrTitle" idx="6"/>
          </p:nvPr>
        </p:nvSpPr>
        <p:spPr>
          <a:xfrm>
            <a:off x="2619801" y="470467"/>
            <a:ext cx="6952400" cy="126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637381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1"/>
          <p:cNvSpPr txBox="1">
            <a:spLocks noGrp="1"/>
          </p:cNvSpPr>
          <p:nvPr>
            <p:ph type="ctrTitle"/>
          </p:nvPr>
        </p:nvSpPr>
        <p:spPr>
          <a:xfrm>
            <a:off x="2619801" y="470467"/>
            <a:ext cx="6952400" cy="126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7" name="Google Shape;97;p21"/>
          <p:cNvSpPr txBox="1">
            <a:spLocks noGrp="1"/>
          </p:cNvSpPr>
          <p:nvPr>
            <p:ph type="ctrTitle" idx="2"/>
          </p:nvPr>
        </p:nvSpPr>
        <p:spPr>
          <a:xfrm>
            <a:off x="3047680" y="2202723"/>
            <a:ext cx="2390800" cy="57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8" name="Google Shape;98;p21"/>
          <p:cNvSpPr txBox="1">
            <a:spLocks noGrp="1"/>
          </p:cNvSpPr>
          <p:nvPr>
            <p:ph type="subTitle" idx="1"/>
          </p:nvPr>
        </p:nvSpPr>
        <p:spPr>
          <a:xfrm>
            <a:off x="3047680" y="2595056"/>
            <a:ext cx="2277600" cy="133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9" name="Google Shape;99;p21"/>
          <p:cNvSpPr txBox="1">
            <a:spLocks noGrp="1"/>
          </p:cNvSpPr>
          <p:nvPr>
            <p:ph type="ctrTitle" idx="3"/>
          </p:nvPr>
        </p:nvSpPr>
        <p:spPr>
          <a:xfrm>
            <a:off x="3047680" y="4760764"/>
            <a:ext cx="2390800" cy="57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0" name="Google Shape;100;p21"/>
          <p:cNvSpPr txBox="1">
            <a:spLocks noGrp="1"/>
          </p:cNvSpPr>
          <p:nvPr>
            <p:ph type="subTitle" idx="4"/>
          </p:nvPr>
        </p:nvSpPr>
        <p:spPr>
          <a:xfrm>
            <a:off x="3047680" y="5153097"/>
            <a:ext cx="2277600" cy="133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1" name="Google Shape;101;p21"/>
          <p:cNvSpPr txBox="1">
            <a:spLocks noGrp="1"/>
          </p:cNvSpPr>
          <p:nvPr>
            <p:ph type="ctrTitle" idx="5"/>
          </p:nvPr>
        </p:nvSpPr>
        <p:spPr>
          <a:xfrm>
            <a:off x="6729729" y="2202723"/>
            <a:ext cx="2390800" cy="57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subTitle" idx="6"/>
          </p:nvPr>
        </p:nvSpPr>
        <p:spPr>
          <a:xfrm>
            <a:off x="6729732" y="2595056"/>
            <a:ext cx="2390800" cy="133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ctrTitle" idx="7"/>
          </p:nvPr>
        </p:nvSpPr>
        <p:spPr>
          <a:xfrm>
            <a:off x="6729729" y="4760764"/>
            <a:ext cx="2390800" cy="57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subTitle" idx="8"/>
          </p:nvPr>
        </p:nvSpPr>
        <p:spPr>
          <a:xfrm>
            <a:off x="6729732" y="5153097"/>
            <a:ext cx="2390800" cy="133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5203150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2"/>
          <p:cNvSpPr txBox="1">
            <a:spLocks noGrp="1"/>
          </p:cNvSpPr>
          <p:nvPr>
            <p:ph type="ctrTitle"/>
          </p:nvPr>
        </p:nvSpPr>
        <p:spPr>
          <a:xfrm>
            <a:off x="2619801" y="470467"/>
            <a:ext cx="6952400" cy="126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7" name="Google Shape;107;p22"/>
          <p:cNvSpPr txBox="1">
            <a:spLocks noGrp="1"/>
          </p:cNvSpPr>
          <p:nvPr>
            <p:ph type="ctrTitle" idx="2"/>
          </p:nvPr>
        </p:nvSpPr>
        <p:spPr>
          <a:xfrm>
            <a:off x="619304" y="2408667"/>
            <a:ext cx="2374000" cy="57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8" name="Google Shape;108;p22"/>
          <p:cNvSpPr txBox="1">
            <a:spLocks noGrp="1"/>
          </p:cNvSpPr>
          <p:nvPr>
            <p:ph type="subTitle" idx="1"/>
          </p:nvPr>
        </p:nvSpPr>
        <p:spPr>
          <a:xfrm>
            <a:off x="821504" y="2800999"/>
            <a:ext cx="1969600" cy="133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9" name="Google Shape;109;p22"/>
          <p:cNvSpPr txBox="1">
            <a:spLocks noGrp="1"/>
          </p:cNvSpPr>
          <p:nvPr>
            <p:ph type="ctrTitle" idx="3"/>
          </p:nvPr>
        </p:nvSpPr>
        <p:spPr>
          <a:xfrm>
            <a:off x="2769901" y="2408667"/>
            <a:ext cx="2374000" cy="57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subTitle" idx="4"/>
          </p:nvPr>
        </p:nvSpPr>
        <p:spPr>
          <a:xfrm>
            <a:off x="2972101" y="2800999"/>
            <a:ext cx="1969600" cy="133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1" name="Google Shape;111;p22"/>
          <p:cNvSpPr txBox="1">
            <a:spLocks noGrp="1"/>
          </p:cNvSpPr>
          <p:nvPr>
            <p:ph type="ctrTitle" idx="5"/>
          </p:nvPr>
        </p:nvSpPr>
        <p:spPr>
          <a:xfrm>
            <a:off x="4920500" y="2408667"/>
            <a:ext cx="2374000" cy="57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subTitle" idx="6"/>
          </p:nvPr>
        </p:nvSpPr>
        <p:spPr>
          <a:xfrm>
            <a:off x="5122700" y="2800999"/>
            <a:ext cx="1969600" cy="133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3" name="Google Shape;113;p22"/>
          <p:cNvSpPr txBox="1">
            <a:spLocks noGrp="1"/>
          </p:cNvSpPr>
          <p:nvPr>
            <p:ph type="ctrTitle" idx="7"/>
          </p:nvPr>
        </p:nvSpPr>
        <p:spPr>
          <a:xfrm>
            <a:off x="4942823" y="4733149"/>
            <a:ext cx="2374000" cy="57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4" name="Google Shape;114;p22"/>
          <p:cNvSpPr txBox="1">
            <a:spLocks noGrp="1"/>
          </p:cNvSpPr>
          <p:nvPr>
            <p:ph type="subTitle" idx="8"/>
          </p:nvPr>
        </p:nvSpPr>
        <p:spPr>
          <a:xfrm>
            <a:off x="5145029" y="5186935"/>
            <a:ext cx="1969600" cy="133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5" name="Google Shape;115;p22"/>
          <p:cNvSpPr txBox="1">
            <a:spLocks noGrp="1"/>
          </p:cNvSpPr>
          <p:nvPr>
            <p:ph type="ctrTitle" idx="9"/>
          </p:nvPr>
        </p:nvSpPr>
        <p:spPr>
          <a:xfrm>
            <a:off x="7124692" y="4733149"/>
            <a:ext cx="2374000" cy="57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6" name="Google Shape;116;p22"/>
          <p:cNvSpPr txBox="1">
            <a:spLocks noGrp="1"/>
          </p:cNvSpPr>
          <p:nvPr>
            <p:ph type="subTitle" idx="13"/>
          </p:nvPr>
        </p:nvSpPr>
        <p:spPr>
          <a:xfrm>
            <a:off x="7333681" y="5186935"/>
            <a:ext cx="1969600" cy="133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7" name="Google Shape;117;p22"/>
          <p:cNvSpPr txBox="1">
            <a:spLocks noGrp="1"/>
          </p:cNvSpPr>
          <p:nvPr>
            <p:ph type="ctrTitle" idx="14"/>
          </p:nvPr>
        </p:nvSpPr>
        <p:spPr>
          <a:xfrm>
            <a:off x="9306561" y="4733149"/>
            <a:ext cx="2374000" cy="57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8" name="Google Shape;118;p22"/>
          <p:cNvSpPr txBox="1">
            <a:spLocks noGrp="1"/>
          </p:cNvSpPr>
          <p:nvPr>
            <p:ph type="subTitle" idx="15"/>
          </p:nvPr>
        </p:nvSpPr>
        <p:spPr>
          <a:xfrm>
            <a:off x="9522333" y="5186935"/>
            <a:ext cx="1942400" cy="133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579278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>
            <a:spLocks noGrp="1"/>
          </p:cNvSpPr>
          <p:nvPr>
            <p:ph type="ctrTitle"/>
          </p:nvPr>
        </p:nvSpPr>
        <p:spPr>
          <a:xfrm>
            <a:off x="2619801" y="470467"/>
            <a:ext cx="6952400" cy="126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6427252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4"/>
          <p:cNvSpPr txBox="1">
            <a:spLocks noGrp="1"/>
          </p:cNvSpPr>
          <p:nvPr>
            <p:ph type="ctrTitle"/>
          </p:nvPr>
        </p:nvSpPr>
        <p:spPr>
          <a:xfrm>
            <a:off x="2619801" y="470467"/>
            <a:ext cx="6952400" cy="126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7384859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 only 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5"/>
          <p:cNvSpPr txBox="1">
            <a:spLocks noGrp="1"/>
          </p:cNvSpPr>
          <p:nvPr>
            <p:ph type="ctrTitle"/>
          </p:nvPr>
        </p:nvSpPr>
        <p:spPr>
          <a:xfrm>
            <a:off x="2619801" y="470467"/>
            <a:ext cx="6952400" cy="126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011371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1_Title only 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6"/>
          <p:cNvSpPr txBox="1">
            <a:spLocks noGrp="1"/>
          </p:cNvSpPr>
          <p:nvPr>
            <p:ph type="ctrTitle"/>
          </p:nvPr>
        </p:nvSpPr>
        <p:spPr>
          <a:xfrm>
            <a:off x="2619801" y="470467"/>
            <a:ext cx="6952400" cy="126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374049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mall numbers">
  <p:cSld name="Small number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7"/>
          <p:cNvSpPr txBox="1">
            <a:spLocks noGrp="1"/>
          </p:cNvSpPr>
          <p:nvPr>
            <p:ph type="ctrTitle"/>
          </p:nvPr>
        </p:nvSpPr>
        <p:spPr>
          <a:xfrm>
            <a:off x="2619801" y="470467"/>
            <a:ext cx="6952400" cy="126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9" name="Google Shape;129;p27"/>
          <p:cNvSpPr txBox="1">
            <a:spLocks noGrp="1"/>
          </p:cNvSpPr>
          <p:nvPr>
            <p:ph type="title" idx="2" hasCustomPrompt="1"/>
          </p:nvPr>
        </p:nvSpPr>
        <p:spPr>
          <a:xfrm>
            <a:off x="1448868" y="1966833"/>
            <a:ext cx="2393600" cy="100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30" name="Google Shape;130;p27"/>
          <p:cNvSpPr txBox="1">
            <a:spLocks noGrp="1"/>
          </p:cNvSpPr>
          <p:nvPr>
            <p:ph type="subTitle" idx="1"/>
          </p:nvPr>
        </p:nvSpPr>
        <p:spPr>
          <a:xfrm flipH="1">
            <a:off x="4642236" y="2221939"/>
            <a:ext cx="4353200" cy="44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1" name="Google Shape;131;p27"/>
          <p:cNvSpPr txBox="1">
            <a:spLocks noGrp="1"/>
          </p:cNvSpPr>
          <p:nvPr>
            <p:ph type="title" idx="3" hasCustomPrompt="1"/>
          </p:nvPr>
        </p:nvSpPr>
        <p:spPr>
          <a:xfrm>
            <a:off x="3064601" y="3300467"/>
            <a:ext cx="2351600" cy="100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32" name="Google Shape;132;p27"/>
          <p:cNvSpPr txBox="1">
            <a:spLocks noGrp="1"/>
          </p:cNvSpPr>
          <p:nvPr>
            <p:ph type="subTitle" idx="4"/>
          </p:nvPr>
        </p:nvSpPr>
        <p:spPr>
          <a:xfrm flipH="1">
            <a:off x="6090735" y="3584567"/>
            <a:ext cx="4353200" cy="4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3" name="Google Shape;133;p27"/>
          <p:cNvSpPr txBox="1">
            <a:spLocks noGrp="1"/>
          </p:cNvSpPr>
          <p:nvPr>
            <p:ph type="title" idx="5" hasCustomPrompt="1"/>
          </p:nvPr>
        </p:nvSpPr>
        <p:spPr>
          <a:xfrm>
            <a:off x="4470901" y="4684833"/>
            <a:ext cx="2393600" cy="100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34" name="Google Shape;134;p27"/>
          <p:cNvSpPr txBox="1">
            <a:spLocks noGrp="1"/>
          </p:cNvSpPr>
          <p:nvPr>
            <p:ph type="subTitle" idx="6"/>
          </p:nvPr>
        </p:nvSpPr>
        <p:spPr>
          <a:xfrm flipH="1">
            <a:off x="7561987" y="4946588"/>
            <a:ext cx="4353200" cy="4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5938052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8"/>
          <p:cNvSpPr txBox="1">
            <a:spLocks noGrp="1"/>
          </p:cNvSpPr>
          <p:nvPr>
            <p:ph type="ctrTitle"/>
          </p:nvPr>
        </p:nvSpPr>
        <p:spPr>
          <a:xfrm flipH="1">
            <a:off x="2632200" y="1548000"/>
            <a:ext cx="6927600" cy="182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64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7" name="Google Shape;137;p28"/>
          <p:cNvSpPr txBox="1">
            <a:spLocks noGrp="1"/>
          </p:cNvSpPr>
          <p:nvPr>
            <p:ph type="subTitle" idx="1"/>
          </p:nvPr>
        </p:nvSpPr>
        <p:spPr>
          <a:xfrm>
            <a:off x="2870000" y="3326467"/>
            <a:ext cx="6452000" cy="133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8" name="Google Shape;138;p28"/>
          <p:cNvSpPr txBox="1"/>
          <p:nvPr/>
        </p:nvSpPr>
        <p:spPr>
          <a:xfrm>
            <a:off x="834541" y="4963224"/>
            <a:ext cx="5106800" cy="23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333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CREDITS: This presentation template was created by </a:t>
            </a:r>
            <a:r>
              <a:rPr lang="en" sz="1333" b="1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Slidesgo</a:t>
            </a:r>
            <a:r>
              <a:rPr lang="en" sz="1333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, including icons by </a:t>
            </a:r>
            <a:r>
              <a:rPr lang="en" sz="1333" b="1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4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Flaticon</a:t>
            </a:r>
            <a:r>
              <a:rPr lang="en" sz="1333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, and infographics &amp; images by </a:t>
            </a:r>
            <a:r>
              <a:rPr lang="en" sz="1333" b="1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5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Freepik</a:t>
            </a:r>
            <a:r>
              <a:rPr lang="en" sz="1333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. </a:t>
            </a:r>
            <a:endParaRPr sz="1333">
              <a:solidFill>
                <a:schemeClr val="dk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Please keep this slide for attribution.</a:t>
            </a:r>
            <a:endParaRPr sz="12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</p:spTree>
    <p:extLst>
      <p:ext uri="{BB962C8B-B14F-4D97-AF65-F5344CB8AC3E}">
        <p14:creationId xmlns:p14="http://schemas.microsoft.com/office/powerpoint/2010/main" val="380863302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E308BA4-DDCA-6D2B-AD63-4BAE10D0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E8D71B7-62D7-D76C-DD80-A30146D984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F7D649F-3DB1-D26C-75C6-3FAC29430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CDC8D-05BE-4201-AB8E-68CC13D83C85}" type="datetimeFigureOut">
              <a:rPr lang="en-US" smtClean="0"/>
              <a:t>12/20/2022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2800D67-2B92-21DB-88AC-BCC00904C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D32B33D-2415-7B84-8391-863057133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5FAE4-FC24-4488-8757-9892A78888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633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597308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514641" y="1858265"/>
            <a:ext cx="9182400" cy="23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6400"/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894241" y="3911363"/>
            <a:ext cx="5802800" cy="9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867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3297902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E308BA4-DDCA-6D2B-AD63-4BAE10D0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E8D71B7-62D7-D76C-DD80-A30146D984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F7D649F-3DB1-D26C-75C6-3FAC29430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CDC8D-05BE-4201-AB8E-68CC13D83C85}" type="datetimeFigureOut">
              <a:rPr lang="en-US" smtClean="0"/>
              <a:t>12/20/2022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2800D67-2B92-21DB-88AC-BCC00904C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D32B33D-2415-7B84-8391-863057133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5FAE4-FC24-4488-8757-9892A78888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16232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232550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514641" y="1858265"/>
            <a:ext cx="9182400" cy="23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6400"/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894241" y="3911363"/>
            <a:ext cx="5802800" cy="9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867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5277224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E308BA4-DDCA-6D2B-AD63-4BAE10D0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E8D71B7-62D7-D76C-DD80-A30146D984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F7D649F-3DB1-D26C-75C6-3FAC29430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CDC8D-05BE-4201-AB8E-68CC13D83C85}" type="datetimeFigureOut">
              <a:rPr lang="en-US" smtClean="0"/>
              <a:t>12/20/2022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2800D67-2B92-21DB-88AC-BCC00904C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D32B33D-2415-7B84-8391-863057133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5FAE4-FC24-4488-8757-9892A78888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31670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514641" y="1858265"/>
            <a:ext cx="9182400" cy="23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6400"/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894241" y="3911363"/>
            <a:ext cx="5802800" cy="9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867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0207581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 flipH="1">
            <a:off x="1530200" y="4113533"/>
            <a:ext cx="6674000" cy="136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8666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8666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8666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8666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8666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8666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8666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8666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1530105" y="3098467"/>
            <a:ext cx="3972400" cy="100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None/>
              <a:defRPr sz="12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1530100" y="5371945"/>
            <a:ext cx="5633200" cy="7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88822123"/>
      </p:ext>
    </p:extLst>
  </p:cSld>
  <p:clrMapOvr>
    <a:masterClrMapping/>
  </p:clrMapOvr>
  <p:hf sldNum="0" hdr="0" ft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1160867" y="1525600"/>
            <a:ext cx="9225600" cy="468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38099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AutoNum type="arabicPeriod"/>
              <a:defRPr>
                <a:solidFill>
                  <a:schemeClr val="dk2"/>
                </a:solidFill>
              </a:defRPr>
            </a:lvl1pPr>
            <a:lvl2pPr marL="1219170" lvl="1" indent="-406390" rtl="0"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 Light"/>
              <a:buAutoNum type="alphaLcPeriod"/>
              <a:defRPr>
                <a:solidFill>
                  <a:schemeClr val="dk2"/>
                </a:solidFill>
              </a:defRPr>
            </a:lvl2pPr>
            <a:lvl3pPr marL="1828754" lvl="2" indent="-406390" rtl="0"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 Light"/>
              <a:buAutoNum type="romanLcPeriod"/>
              <a:defRPr>
                <a:solidFill>
                  <a:schemeClr val="dk2"/>
                </a:solidFill>
              </a:defRPr>
            </a:lvl3pPr>
            <a:lvl4pPr marL="2438339" lvl="3" indent="-406390" rtl="0"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 Light"/>
              <a:buAutoNum type="arabicPeriod"/>
              <a:defRPr>
                <a:solidFill>
                  <a:schemeClr val="dk2"/>
                </a:solidFill>
              </a:defRPr>
            </a:lvl4pPr>
            <a:lvl5pPr marL="3047924" lvl="4" indent="-406390" rtl="0"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 Light"/>
              <a:buAutoNum type="alphaLcPeriod"/>
              <a:defRPr>
                <a:solidFill>
                  <a:schemeClr val="dk2"/>
                </a:solidFill>
              </a:defRPr>
            </a:lvl5pPr>
            <a:lvl6pPr marL="3657509" lvl="5" indent="-406390" rtl="0"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 Light"/>
              <a:buAutoNum type="romanLcPeriod"/>
              <a:defRPr>
                <a:solidFill>
                  <a:schemeClr val="dk2"/>
                </a:solidFill>
              </a:defRPr>
            </a:lvl6pPr>
            <a:lvl7pPr marL="4267093" lvl="6" indent="-406390" rtl="0"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 Light"/>
              <a:buAutoNum type="arabicPeriod"/>
              <a:defRPr>
                <a:solidFill>
                  <a:schemeClr val="dk2"/>
                </a:solidFill>
              </a:defRPr>
            </a:lvl7pPr>
            <a:lvl8pPr marL="4876678" lvl="7" indent="-406390" rtl="0"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 Light"/>
              <a:buAutoNum type="alphaLcPeriod"/>
              <a:defRPr>
                <a:solidFill>
                  <a:schemeClr val="dk2"/>
                </a:solidFill>
              </a:defRPr>
            </a:lvl8pPr>
            <a:lvl9pPr marL="5486263" lvl="8" indent="-406390" rtl="0">
              <a:spcBef>
                <a:spcPts val="2133"/>
              </a:spcBef>
              <a:spcAft>
                <a:spcPts val="2133"/>
              </a:spcAft>
              <a:buClr>
                <a:schemeClr val="dk2"/>
              </a:buClr>
              <a:buSzPts val="1200"/>
              <a:buFont typeface="Nunito Light"/>
              <a:buAutoNum type="romanLcPeriod"/>
              <a:defRPr>
                <a:solidFill>
                  <a:schemeClr val="dk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Google Shape;17;p4"/>
          <p:cNvSpPr txBox="1">
            <a:spLocks noGrp="1"/>
          </p:cNvSpPr>
          <p:nvPr>
            <p:ph type="ctrTitle"/>
          </p:nvPr>
        </p:nvSpPr>
        <p:spPr>
          <a:xfrm>
            <a:off x="2619801" y="470467"/>
            <a:ext cx="6952400" cy="126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71882638"/>
      </p:ext>
    </p:extLst>
  </p:cSld>
  <p:clrMapOvr>
    <a:masterClrMapping/>
  </p:clrMapOvr>
  <p:hf sldNum="0" hdr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ctrTitle"/>
          </p:nvPr>
        </p:nvSpPr>
        <p:spPr>
          <a:xfrm>
            <a:off x="2619801" y="470467"/>
            <a:ext cx="6952400" cy="126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ctrTitle" idx="2"/>
          </p:nvPr>
        </p:nvSpPr>
        <p:spPr>
          <a:xfrm>
            <a:off x="2322600" y="3795600"/>
            <a:ext cx="1677200" cy="57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ubTitle" idx="1"/>
          </p:nvPr>
        </p:nvSpPr>
        <p:spPr>
          <a:xfrm>
            <a:off x="2322600" y="2200033"/>
            <a:ext cx="2876400" cy="133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733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ctrTitle" idx="3"/>
          </p:nvPr>
        </p:nvSpPr>
        <p:spPr>
          <a:xfrm>
            <a:off x="7511668" y="4847067"/>
            <a:ext cx="2374000" cy="57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ubTitle" idx="4"/>
          </p:nvPr>
        </p:nvSpPr>
        <p:spPr>
          <a:xfrm>
            <a:off x="7009277" y="3253408"/>
            <a:ext cx="2876400" cy="133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733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01888045"/>
      </p:ext>
    </p:extLst>
  </p:cSld>
  <p:clrMapOvr>
    <a:masterClrMapping/>
  </p:clrMapOvr>
  <p:hf sldNum="0" hdr="0" ft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ctrTitle"/>
          </p:nvPr>
        </p:nvSpPr>
        <p:spPr>
          <a:xfrm>
            <a:off x="2619801" y="470467"/>
            <a:ext cx="6952400" cy="126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84837584"/>
      </p:ext>
    </p:extLst>
  </p:cSld>
  <p:clrMapOvr>
    <a:masterClrMapping/>
  </p:clrMapOvr>
  <p:hf sldNum="0" hdr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ctrTitle"/>
          </p:nvPr>
        </p:nvSpPr>
        <p:spPr>
          <a:xfrm>
            <a:off x="3517800" y="501997"/>
            <a:ext cx="5156400" cy="27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ubTitle" idx="1"/>
          </p:nvPr>
        </p:nvSpPr>
        <p:spPr>
          <a:xfrm>
            <a:off x="3440300" y="3085633"/>
            <a:ext cx="5311200" cy="142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94100556"/>
      </p:ext>
    </p:extLst>
  </p:cSld>
  <p:clrMapOvr>
    <a:masterClrMapping/>
  </p:clrMapOvr>
  <p:hf sldNum="0" hdr="0" ft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ctrTitle"/>
          </p:nvPr>
        </p:nvSpPr>
        <p:spPr>
          <a:xfrm flipH="1">
            <a:off x="1591372" y="2148200"/>
            <a:ext cx="6927600" cy="256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500"/>
              <a:buNone/>
              <a:defRPr sz="8666"/>
            </a:lvl2pPr>
            <a:lvl3pPr lvl="2" rtl="0">
              <a:spcBef>
                <a:spcPts val="0"/>
              </a:spcBef>
              <a:spcAft>
                <a:spcPts val="0"/>
              </a:spcAft>
              <a:buSzPts val="6500"/>
              <a:buNone/>
              <a:defRPr sz="8666"/>
            </a:lvl3pPr>
            <a:lvl4pPr lvl="3" rtl="0">
              <a:spcBef>
                <a:spcPts val="0"/>
              </a:spcBef>
              <a:spcAft>
                <a:spcPts val="0"/>
              </a:spcAft>
              <a:buSzPts val="6500"/>
              <a:buNone/>
              <a:defRPr sz="8666"/>
            </a:lvl4pPr>
            <a:lvl5pPr lvl="4" rtl="0">
              <a:spcBef>
                <a:spcPts val="0"/>
              </a:spcBef>
              <a:spcAft>
                <a:spcPts val="0"/>
              </a:spcAft>
              <a:buSzPts val="6500"/>
              <a:buNone/>
              <a:defRPr sz="8666"/>
            </a:lvl5pPr>
            <a:lvl6pPr lvl="5" rtl="0">
              <a:spcBef>
                <a:spcPts val="0"/>
              </a:spcBef>
              <a:spcAft>
                <a:spcPts val="0"/>
              </a:spcAft>
              <a:buSzPts val="6500"/>
              <a:buNone/>
              <a:defRPr sz="8666"/>
            </a:lvl6pPr>
            <a:lvl7pPr lvl="6" rtl="0">
              <a:spcBef>
                <a:spcPts val="0"/>
              </a:spcBef>
              <a:spcAft>
                <a:spcPts val="0"/>
              </a:spcAft>
              <a:buSzPts val="6500"/>
              <a:buNone/>
              <a:defRPr sz="8666"/>
            </a:lvl7pPr>
            <a:lvl8pPr lvl="7" rtl="0">
              <a:spcBef>
                <a:spcPts val="0"/>
              </a:spcBef>
              <a:spcAft>
                <a:spcPts val="0"/>
              </a:spcAft>
              <a:buSzPts val="6500"/>
              <a:buNone/>
              <a:defRPr sz="8666"/>
            </a:lvl8pPr>
            <a:lvl9pPr lvl="8" rtl="0">
              <a:spcBef>
                <a:spcPts val="0"/>
              </a:spcBef>
              <a:spcAft>
                <a:spcPts val="0"/>
              </a:spcAft>
              <a:buSzPts val="6500"/>
              <a:buNone/>
              <a:defRPr sz="8666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19319742"/>
      </p:ext>
    </p:extLst>
  </p:cSld>
  <p:clrMapOvr>
    <a:masterClrMapping/>
  </p:clrMapOvr>
  <p:hf sldNum="0" hdr="0" ft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>
            <a:spLocks noGrp="1"/>
          </p:cNvSpPr>
          <p:nvPr>
            <p:ph type="ctrTitle"/>
          </p:nvPr>
        </p:nvSpPr>
        <p:spPr>
          <a:xfrm>
            <a:off x="2134311" y="1313637"/>
            <a:ext cx="3564800" cy="27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subTitle" idx="1"/>
          </p:nvPr>
        </p:nvSpPr>
        <p:spPr>
          <a:xfrm>
            <a:off x="2221100" y="4077900"/>
            <a:ext cx="3478000" cy="237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>
                <a:solidFill>
                  <a:schemeClr val="dk1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ctrTitle" idx="2"/>
          </p:nvPr>
        </p:nvSpPr>
        <p:spPr>
          <a:xfrm>
            <a:off x="2619800" y="470467"/>
            <a:ext cx="6952400" cy="126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42568214"/>
      </p:ext>
    </p:extLst>
  </p:cSld>
  <p:clrMapOvr>
    <a:masterClrMapping/>
  </p:clrMapOvr>
  <p:hf sldNum="0" hdr="0" ft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"/>
          <p:cNvSpPr txBox="1">
            <a:spLocks noGrp="1"/>
          </p:cNvSpPr>
          <p:nvPr>
            <p:ph type="ctrTitle"/>
          </p:nvPr>
        </p:nvSpPr>
        <p:spPr>
          <a:xfrm flipH="1">
            <a:off x="927233" y="2019300"/>
            <a:ext cx="4746400" cy="104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None/>
              <a:defRPr sz="2400">
                <a:solidFill>
                  <a:schemeClr val="hlink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None/>
              <a:defRPr sz="2400">
                <a:solidFill>
                  <a:schemeClr val="hlink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None/>
              <a:defRPr sz="2400">
                <a:solidFill>
                  <a:schemeClr val="hlink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None/>
              <a:defRPr sz="2400">
                <a:solidFill>
                  <a:schemeClr val="hlink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None/>
              <a:defRPr sz="2400">
                <a:solidFill>
                  <a:schemeClr val="hlink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None/>
              <a:defRPr sz="2400">
                <a:solidFill>
                  <a:schemeClr val="hlink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None/>
              <a:defRPr sz="2400">
                <a:solidFill>
                  <a:schemeClr val="hlink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None/>
              <a:defRPr sz="2400">
                <a:solidFill>
                  <a:schemeClr val="hlink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subTitle" idx="1"/>
          </p:nvPr>
        </p:nvSpPr>
        <p:spPr>
          <a:xfrm flipH="1">
            <a:off x="2108033" y="3412267"/>
            <a:ext cx="3565600" cy="116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60147786"/>
      </p:ext>
    </p:extLst>
  </p:cSld>
  <p:clrMapOvr>
    <a:masterClrMapping/>
  </p:clrMapOvr>
  <p:hf sldNum="0" hdr="0" ft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1"/>
          <p:cNvSpPr txBox="1">
            <a:spLocks noGrp="1"/>
          </p:cNvSpPr>
          <p:nvPr>
            <p:ph type="title" hasCustomPrompt="1"/>
          </p:nvPr>
        </p:nvSpPr>
        <p:spPr>
          <a:xfrm>
            <a:off x="3000900" y="1335133"/>
            <a:ext cx="82548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2000"/>
              <a:buNone/>
              <a:defRPr sz="13066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0" name="Google Shape;40;p11"/>
          <p:cNvSpPr txBox="1">
            <a:spLocks noGrp="1"/>
          </p:cNvSpPr>
          <p:nvPr>
            <p:ph type="body" idx="1"/>
          </p:nvPr>
        </p:nvSpPr>
        <p:spPr>
          <a:xfrm>
            <a:off x="2810600" y="3860067"/>
            <a:ext cx="8254800" cy="92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2133"/>
            </a:lvl1pPr>
            <a:lvl2pPr marL="1219170" lvl="1" indent="-40639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828754" lvl="2" indent="-406390" algn="ctr">
              <a:spcBef>
                <a:spcPts val="2133"/>
              </a:spcBef>
              <a:spcAft>
                <a:spcPts val="0"/>
              </a:spcAft>
              <a:buSzPts val="1200"/>
              <a:buChar char="■"/>
              <a:defRPr/>
            </a:lvl3pPr>
            <a:lvl4pPr marL="2438339" lvl="3" indent="-406390" algn="ctr">
              <a:spcBef>
                <a:spcPts val="2133"/>
              </a:spcBef>
              <a:spcAft>
                <a:spcPts val="0"/>
              </a:spcAft>
              <a:buSzPts val="1200"/>
              <a:buChar char="●"/>
              <a:defRPr/>
            </a:lvl4pPr>
            <a:lvl5pPr marL="3047924" lvl="4" indent="-406390" algn="ctr">
              <a:spcBef>
                <a:spcPts val="2133"/>
              </a:spcBef>
              <a:spcAft>
                <a:spcPts val="0"/>
              </a:spcAft>
              <a:buSzPts val="1200"/>
              <a:buChar char="○"/>
              <a:defRPr/>
            </a:lvl5pPr>
            <a:lvl6pPr marL="3657509" lvl="5" indent="-406390" algn="ctr">
              <a:spcBef>
                <a:spcPts val="2133"/>
              </a:spcBef>
              <a:spcAft>
                <a:spcPts val="0"/>
              </a:spcAft>
              <a:buSzPts val="1200"/>
              <a:buChar char="■"/>
              <a:defRPr/>
            </a:lvl6pPr>
            <a:lvl7pPr marL="4267093" lvl="6" indent="-406390" algn="ctr">
              <a:spcBef>
                <a:spcPts val="2133"/>
              </a:spcBef>
              <a:spcAft>
                <a:spcPts val="0"/>
              </a:spcAft>
              <a:buSzPts val="1200"/>
              <a:buChar char="●"/>
              <a:defRPr/>
            </a:lvl7pPr>
            <a:lvl8pPr marL="4876678" lvl="7" indent="-406390" algn="ctr">
              <a:spcBef>
                <a:spcPts val="2133"/>
              </a:spcBef>
              <a:spcAft>
                <a:spcPts val="0"/>
              </a:spcAft>
              <a:buSzPts val="1200"/>
              <a:buChar char="○"/>
              <a:defRPr/>
            </a:lvl8pPr>
            <a:lvl9pPr marL="5486263" lvl="8" indent="-406390" algn="ctr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65649539"/>
      </p:ext>
    </p:extLst>
  </p:cSld>
  <p:clrMapOvr>
    <a:masterClrMapping/>
  </p:clrMapOvr>
  <p:hf sldNum="0" hdr="0" ft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169390"/>
      </p:ext>
    </p:extLst>
  </p:cSld>
  <p:clrMapOvr>
    <a:masterClrMapping/>
  </p:clrMapOvr>
  <p:hf sldNum="0" hdr="0" ft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3"/>
          <p:cNvSpPr txBox="1">
            <a:spLocks noGrp="1"/>
          </p:cNvSpPr>
          <p:nvPr>
            <p:ph type="ctrTitle"/>
          </p:nvPr>
        </p:nvSpPr>
        <p:spPr>
          <a:xfrm>
            <a:off x="4514500" y="2798200"/>
            <a:ext cx="3163200" cy="126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ctrTitle" idx="2"/>
          </p:nvPr>
        </p:nvSpPr>
        <p:spPr>
          <a:xfrm>
            <a:off x="520395" y="268871"/>
            <a:ext cx="2632400" cy="7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subTitle" idx="1"/>
          </p:nvPr>
        </p:nvSpPr>
        <p:spPr>
          <a:xfrm>
            <a:off x="920595" y="773704"/>
            <a:ext cx="2232400" cy="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title" idx="3" hasCustomPrompt="1"/>
          </p:nvPr>
        </p:nvSpPr>
        <p:spPr>
          <a:xfrm>
            <a:off x="2824597" y="725931"/>
            <a:ext cx="1476800" cy="77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47" name="Google Shape;47;p13"/>
          <p:cNvSpPr txBox="1">
            <a:spLocks noGrp="1"/>
          </p:cNvSpPr>
          <p:nvPr>
            <p:ph type="title" idx="4" hasCustomPrompt="1"/>
          </p:nvPr>
        </p:nvSpPr>
        <p:spPr>
          <a:xfrm>
            <a:off x="2807208" y="2021077"/>
            <a:ext cx="1476800" cy="77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3"/>
          <p:cNvSpPr txBox="1">
            <a:spLocks noGrp="1"/>
          </p:cNvSpPr>
          <p:nvPr>
            <p:ph type="title" idx="5" hasCustomPrompt="1"/>
          </p:nvPr>
        </p:nvSpPr>
        <p:spPr>
          <a:xfrm>
            <a:off x="2807208" y="3316224"/>
            <a:ext cx="1476800" cy="77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49" name="Google Shape;49;p13"/>
          <p:cNvSpPr txBox="1">
            <a:spLocks noGrp="1"/>
          </p:cNvSpPr>
          <p:nvPr>
            <p:ph type="title" idx="6" hasCustomPrompt="1"/>
          </p:nvPr>
        </p:nvSpPr>
        <p:spPr>
          <a:xfrm>
            <a:off x="7896011" y="2790184"/>
            <a:ext cx="1429600" cy="77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3"/>
          <p:cNvSpPr txBox="1">
            <a:spLocks noGrp="1"/>
          </p:cNvSpPr>
          <p:nvPr>
            <p:ph type="title" idx="7" hasCustomPrompt="1"/>
          </p:nvPr>
        </p:nvSpPr>
        <p:spPr>
          <a:xfrm>
            <a:off x="7896011" y="4149781"/>
            <a:ext cx="1429600" cy="77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51" name="Google Shape;51;p13"/>
          <p:cNvSpPr txBox="1">
            <a:spLocks noGrp="1"/>
          </p:cNvSpPr>
          <p:nvPr>
            <p:ph type="title" idx="8" hasCustomPrompt="1"/>
          </p:nvPr>
        </p:nvSpPr>
        <p:spPr>
          <a:xfrm>
            <a:off x="7896011" y="5509377"/>
            <a:ext cx="1429600" cy="77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52" name="Google Shape;52;p13"/>
          <p:cNvSpPr txBox="1">
            <a:spLocks noGrp="1"/>
          </p:cNvSpPr>
          <p:nvPr>
            <p:ph type="ctrTitle" idx="9"/>
          </p:nvPr>
        </p:nvSpPr>
        <p:spPr>
          <a:xfrm>
            <a:off x="520395" y="1557139"/>
            <a:ext cx="2632400" cy="7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ubTitle" idx="13"/>
          </p:nvPr>
        </p:nvSpPr>
        <p:spPr>
          <a:xfrm>
            <a:off x="920595" y="2061969"/>
            <a:ext cx="2232400" cy="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ctrTitle" idx="14"/>
          </p:nvPr>
        </p:nvSpPr>
        <p:spPr>
          <a:xfrm>
            <a:off x="520395" y="2855115"/>
            <a:ext cx="2632400" cy="7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5"/>
          </p:nvPr>
        </p:nvSpPr>
        <p:spPr>
          <a:xfrm>
            <a:off x="920595" y="3359941"/>
            <a:ext cx="2232400" cy="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ctrTitle" idx="16"/>
          </p:nvPr>
        </p:nvSpPr>
        <p:spPr>
          <a:xfrm>
            <a:off x="9082077" y="2366907"/>
            <a:ext cx="2632400" cy="7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subTitle" idx="17"/>
          </p:nvPr>
        </p:nvSpPr>
        <p:spPr>
          <a:xfrm>
            <a:off x="9082077" y="2871740"/>
            <a:ext cx="2232400" cy="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ctrTitle" idx="18"/>
          </p:nvPr>
        </p:nvSpPr>
        <p:spPr>
          <a:xfrm>
            <a:off x="9082077" y="3732127"/>
            <a:ext cx="2632400" cy="7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subTitle" idx="19"/>
          </p:nvPr>
        </p:nvSpPr>
        <p:spPr>
          <a:xfrm>
            <a:off x="9082077" y="4236956"/>
            <a:ext cx="2232400" cy="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ctrTitle" idx="20"/>
          </p:nvPr>
        </p:nvSpPr>
        <p:spPr>
          <a:xfrm>
            <a:off x="9082077" y="5081804"/>
            <a:ext cx="2632400" cy="7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subTitle" idx="21"/>
          </p:nvPr>
        </p:nvSpPr>
        <p:spPr>
          <a:xfrm>
            <a:off x="9082077" y="5586631"/>
            <a:ext cx="2232400" cy="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27973494"/>
      </p:ext>
    </p:extLst>
  </p:cSld>
  <p:clrMapOvr>
    <a:masterClrMapping/>
  </p:clrMapOvr>
  <p:hf sldNum="0" hdr="0" ft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 header 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>
            <a:spLocks noGrp="1"/>
          </p:cNvSpPr>
          <p:nvPr>
            <p:ph type="ctrTitle"/>
          </p:nvPr>
        </p:nvSpPr>
        <p:spPr>
          <a:xfrm flipH="1">
            <a:off x="3663705" y="3514233"/>
            <a:ext cx="6927600" cy="256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48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8666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8666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8666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8666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8666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8666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8666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8666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6618905" y="3098467"/>
            <a:ext cx="3972400" cy="100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None/>
              <a:defRPr sz="128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65" name="Google Shape;65;p14"/>
          <p:cNvSpPr txBox="1">
            <a:spLocks noGrp="1"/>
          </p:cNvSpPr>
          <p:nvPr>
            <p:ph type="subTitle" idx="1"/>
          </p:nvPr>
        </p:nvSpPr>
        <p:spPr>
          <a:xfrm>
            <a:off x="4958105" y="5373975"/>
            <a:ext cx="5633200" cy="7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74949718"/>
      </p:ext>
    </p:extLst>
  </p:cSld>
  <p:clrMapOvr>
    <a:masterClrMapping/>
  </p:clrMapOvr>
  <p:hf sldNum="0" hdr="0" ft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 header 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ctrTitle"/>
          </p:nvPr>
        </p:nvSpPr>
        <p:spPr>
          <a:xfrm flipH="1">
            <a:off x="3672724" y="1796051"/>
            <a:ext cx="6927600" cy="256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48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8666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8666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8666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8666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8666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8666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8666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8666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6627924" y="1380284"/>
            <a:ext cx="3972400" cy="100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None/>
              <a:defRPr sz="128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69" name="Google Shape;69;p15"/>
          <p:cNvSpPr txBox="1">
            <a:spLocks noGrp="1"/>
          </p:cNvSpPr>
          <p:nvPr>
            <p:ph type="subTitle" idx="1"/>
          </p:nvPr>
        </p:nvSpPr>
        <p:spPr>
          <a:xfrm>
            <a:off x="4967124" y="3657319"/>
            <a:ext cx="5633200" cy="7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12786689"/>
      </p:ext>
    </p:extLst>
  </p:cSld>
  <p:clrMapOvr>
    <a:masterClrMapping/>
  </p:clrMapOvr>
  <p:hf sldNum="0" hdr="0" ft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Section header 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>
            <a:spLocks noGrp="1"/>
          </p:cNvSpPr>
          <p:nvPr>
            <p:ph type="ctrTitle"/>
          </p:nvPr>
        </p:nvSpPr>
        <p:spPr>
          <a:xfrm flipH="1">
            <a:off x="1573337" y="1796051"/>
            <a:ext cx="6927600" cy="256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8666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8666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8666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8666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8666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8666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8666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8666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1573337" y="1380284"/>
            <a:ext cx="3972400" cy="100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None/>
              <a:defRPr sz="12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73" name="Google Shape;73;p16"/>
          <p:cNvSpPr txBox="1">
            <a:spLocks noGrp="1"/>
          </p:cNvSpPr>
          <p:nvPr>
            <p:ph type="subTitle" idx="1"/>
          </p:nvPr>
        </p:nvSpPr>
        <p:spPr>
          <a:xfrm>
            <a:off x="1573337" y="3657319"/>
            <a:ext cx="5633200" cy="7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87345414"/>
      </p:ext>
    </p:extLst>
  </p:cSld>
  <p:clrMapOvr>
    <a:masterClrMapping/>
  </p:clrMapOvr>
  <p:hf sldNum="0" hdr="0" ftr="0" dt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4">
  <p:cSld name="Section header 4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ctrTitle"/>
          </p:nvPr>
        </p:nvSpPr>
        <p:spPr>
          <a:xfrm flipH="1">
            <a:off x="3013772" y="2925073"/>
            <a:ext cx="6927600" cy="256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8666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8666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8666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8666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8666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8666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8666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8666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3013772" y="2509307"/>
            <a:ext cx="3972400" cy="100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None/>
              <a:defRPr sz="12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7"/>
          <p:cNvSpPr txBox="1">
            <a:spLocks noGrp="1"/>
          </p:cNvSpPr>
          <p:nvPr>
            <p:ph type="subTitle" idx="1"/>
          </p:nvPr>
        </p:nvSpPr>
        <p:spPr>
          <a:xfrm>
            <a:off x="3013772" y="4634739"/>
            <a:ext cx="5633200" cy="7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44996051"/>
      </p:ext>
    </p:extLst>
  </p:cSld>
  <p:clrMapOvr>
    <a:masterClrMapping/>
  </p:clrMapOvr>
  <p:hf sldNum="0" hdr="0" ftr="0" dt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5">
  <p:cSld name="Section header 5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>
            <a:spLocks noGrp="1"/>
          </p:cNvSpPr>
          <p:nvPr>
            <p:ph type="ctrTitle"/>
          </p:nvPr>
        </p:nvSpPr>
        <p:spPr>
          <a:xfrm flipH="1">
            <a:off x="2264096" y="2904633"/>
            <a:ext cx="6927600" cy="256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48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8666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8666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8666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8666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8666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8666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8666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8666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0" name="Google Shape;80;p18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5219296" y="2488867"/>
            <a:ext cx="3972400" cy="100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None/>
              <a:defRPr sz="128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81" name="Google Shape;81;p18"/>
          <p:cNvSpPr txBox="1">
            <a:spLocks noGrp="1"/>
          </p:cNvSpPr>
          <p:nvPr>
            <p:ph type="subTitle" idx="1"/>
          </p:nvPr>
        </p:nvSpPr>
        <p:spPr>
          <a:xfrm>
            <a:off x="3558496" y="4634739"/>
            <a:ext cx="5633200" cy="7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22559398"/>
      </p:ext>
    </p:extLst>
  </p:cSld>
  <p:clrMapOvr>
    <a:masterClrMapping/>
  </p:clrMapOvr>
  <p:hf sldNum="0" hdr="0" ftr="0" dt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9"/>
          <p:cNvSpPr txBox="1">
            <a:spLocks noGrp="1"/>
          </p:cNvSpPr>
          <p:nvPr>
            <p:ph type="body" idx="1"/>
          </p:nvPr>
        </p:nvSpPr>
        <p:spPr>
          <a:xfrm>
            <a:off x="963167" y="1930400"/>
            <a:ext cx="4785600" cy="420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867"/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 rtl="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 rtl="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 rtl="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 rtl="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 rtl="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 rtl="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 rtl="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4" name="Google Shape;84;p19"/>
          <p:cNvSpPr txBox="1">
            <a:spLocks noGrp="1"/>
          </p:cNvSpPr>
          <p:nvPr>
            <p:ph type="body" idx="2"/>
          </p:nvPr>
        </p:nvSpPr>
        <p:spPr>
          <a:xfrm>
            <a:off x="6443200" y="1930400"/>
            <a:ext cx="4785600" cy="420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867"/>
            </a:lvl1pPr>
            <a:lvl2pPr marL="1219170" lvl="1" indent="-406390" rtl="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 rtl="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 rtl="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 rtl="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 rtl="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 rtl="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 rtl="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 rtl="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5" name="Google Shape;85;p19"/>
          <p:cNvSpPr txBox="1">
            <a:spLocks noGrp="1"/>
          </p:cNvSpPr>
          <p:nvPr>
            <p:ph type="subTitle" idx="3"/>
          </p:nvPr>
        </p:nvSpPr>
        <p:spPr>
          <a:xfrm>
            <a:off x="965200" y="1270000"/>
            <a:ext cx="10265600" cy="53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>
                <a:solidFill>
                  <a:schemeClr val="hlink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6" name="Google Shape;86;p19"/>
          <p:cNvSpPr txBox="1">
            <a:spLocks noGrp="1"/>
          </p:cNvSpPr>
          <p:nvPr>
            <p:ph type="ctrTitle"/>
          </p:nvPr>
        </p:nvSpPr>
        <p:spPr>
          <a:xfrm>
            <a:off x="2619801" y="470467"/>
            <a:ext cx="6952400" cy="126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7776383"/>
      </p:ext>
    </p:extLst>
  </p:cSld>
  <p:clrMapOvr>
    <a:masterClrMapping/>
  </p:clrMapOvr>
  <p:hf sldNum="0" hdr="0" ftr="0" dt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0"/>
          <p:cNvSpPr txBox="1">
            <a:spLocks noGrp="1"/>
          </p:cNvSpPr>
          <p:nvPr>
            <p:ph type="ctrTitle"/>
          </p:nvPr>
        </p:nvSpPr>
        <p:spPr>
          <a:xfrm>
            <a:off x="748800" y="3739617"/>
            <a:ext cx="3564800" cy="57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9" name="Google Shape;89;p20"/>
          <p:cNvSpPr txBox="1">
            <a:spLocks noGrp="1"/>
          </p:cNvSpPr>
          <p:nvPr>
            <p:ph type="subTitle" idx="1"/>
          </p:nvPr>
        </p:nvSpPr>
        <p:spPr>
          <a:xfrm>
            <a:off x="1163267" y="4120633"/>
            <a:ext cx="2736000" cy="133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467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0" name="Google Shape;90;p20"/>
          <p:cNvSpPr txBox="1">
            <a:spLocks noGrp="1"/>
          </p:cNvSpPr>
          <p:nvPr>
            <p:ph type="ctrTitle" idx="2"/>
          </p:nvPr>
        </p:nvSpPr>
        <p:spPr>
          <a:xfrm>
            <a:off x="4313600" y="3739617"/>
            <a:ext cx="3564800" cy="57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1" name="Google Shape;91;p20"/>
          <p:cNvSpPr txBox="1">
            <a:spLocks noGrp="1"/>
          </p:cNvSpPr>
          <p:nvPr>
            <p:ph type="subTitle" idx="3"/>
          </p:nvPr>
        </p:nvSpPr>
        <p:spPr>
          <a:xfrm>
            <a:off x="4617200" y="2715667"/>
            <a:ext cx="2957600" cy="133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467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2" name="Google Shape;92;p20"/>
          <p:cNvSpPr txBox="1">
            <a:spLocks noGrp="1"/>
          </p:cNvSpPr>
          <p:nvPr>
            <p:ph type="ctrTitle" idx="4"/>
          </p:nvPr>
        </p:nvSpPr>
        <p:spPr>
          <a:xfrm>
            <a:off x="7878400" y="3739617"/>
            <a:ext cx="3564800" cy="57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3" name="Google Shape;93;p20"/>
          <p:cNvSpPr txBox="1">
            <a:spLocks noGrp="1"/>
          </p:cNvSpPr>
          <p:nvPr>
            <p:ph type="subTitle" idx="5"/>
          </p:nvPr>
        </p:nvSpPr>
        <p:spPr>
          <a:xfrm>
            <a:off x="8182000" y="4120633"/>
            <a:ext cx="2957600" cy="133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467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4" name="Google Shape;94;p20"/>
          <p:cNvSpPr txBox="1">
            <a:spLocks noGrp="1"/>
          </p:cNvSpPr>
          <p:nvPr>
            <p:ph type="ctrTitle" idx="6"/>
          </p:nvPr>
        </p:nvSpPr>
        <p:spPr>
          <a:xfrm>
            <a:off x="2619801" y="470467"/>
            <a:ext cx="6952400" cy="126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74251795"/>
      </p:ext>
    </p:extLst>
  </p:cSld>
  <p:clrMapOvr>
    <a:masterClrMapping/>
  </p:clrMapOvr>
  <p:hf sldNum="0" hdr="0" ftr="0" dt="0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1"/>
          <p:cNvSpPr txBox="1">
            <a:spLocks noGrp="1"/>
          </p:cNvSpPr>
          <p:nvPr>
            <p:ph type="ctrTitle"/>
          </p:nvPr>
        </p:nvSpPr>
        <p:spPr>
          <a:xfrm>
            <a:off x="2619801" y="470467"/>
            <a:ext cx="6952400" cy="126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7" name="Google Shape;97;p21"/>
          <p:cNvSpPr txBox="1">
            <a:spLocks noGrp="1"/>
          </p:cNvSpPr>
          <p:nvPr>
            <p:ph type="ctrTitle" idx="2"/>
          </p:nvPr>
        </p:nvSpPr>
        <p:spPr>
          <a:xfrm>
            <a:off x="3047680" y="2202723"/>
            <a:ext cx="2390800" cy="57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8" name="Google Shape;98;p21"/>
          <p:cNvSpPr txBox="1">
            <a:spLocks noGrp="1"/>
          </p:cNvSpPr>
          <p:nvPr>
            <p:ph type="subTitle" idx="1"/>
          </p:nvPr>
        </p:nvSpPr>
        <p:spPr>
          <a:xfrm>
            <a:off x="3047680" y="2595056"/>
            <a:ext cx="2277600" cy="133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9" name="Google Shape;99;p21"/>
          <p:cNvSpPr txBox="1">
            <a:spLocks noGrp="1"/>
          </p:cNvSpPr>
          <p:nvPr>
            <p:ph type="ctrTitle" idx="3"/>
          </p:nvPr>
        </p:nvSpPr>
        <p:spPr>
          <a:xfrm>
            <a:off x="3047680" y="4760764"/>
            <a:ext cx="2390800" cy="57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0" name="Google Shape;100;p21"/>
          <p:cNvSpPr txBox="1">
            <a:spLocks noGrp="1"/>
          </p:cNvSpPr>
          <p:nvPr>
            <p:ph type="subTitle" idx="4"/>
          </p:nvPr>
        </p:nvSpPr>
        <p:spPr>
          <a:xfrm>
            <a:off x="3047680" y="5153097"/>
            <a:ext cx="2277600" cy="133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1" name="Google Shape;101;p21"/>
          <p:cNvSpPr txBox="1">
            <a:spLocks noGrp="1"/>
          </p:cNvSpPr>
          <p:nvPr>
            <p:ph type="ctrTitle" idx="5"/>
          </p:nvPr>
        </p:nvSpPr>
        <p:spPr>
          <a:xfrm>
            <a:off x="6729729" y="2202723"/>
            <a:ext cx="2390800" cy="57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subTitle" idx="6"/>
          </p:nvPr>
        </p:nvSpPr>
        <p:spPr>
          <a:xfrm>
            <a:off x="6729732" y="2595056"/>
            <a:ext cx="2390800" cy="133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ctrTitle" idx="7"/>
          </p:nvPr>
        </p:nvSpPr>
        <p:spPr>
          <a:xfrm>
            <a:off x="6729729" y="4760764"/>
            <a:ext cx="2390800" cy="57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subTitle" idx="8"/>
          </p:nvPr>
        </p:nvSpPr>
        <p:spPr>
          <a:xfrm>
            <a:off x="6729732" y="5153097"/>
            <a:ext cx="2390800" cy="133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92214090"/>
      </p:ext>
    </p:extLst>
  </p:cSld>
  <p:clrMapOvr>
    <a:masterClrMapping/>
  </p:clrMapOvr>
  <p:hf sldNum="0" hdr="0" ftr="0" dt="0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2"/>
          <p:cNvSpPr txBox="1">
            <a:spLocks noGrp="1"/>
          </p:cNvSpPr>
          <p:nvPr>
            <p:ph type="ctrTitle"/>
          </p:nvPr>
        </p:nvSpPr>
        <p:spPr>
          <a:xfrm>
            <a:off x="2619801" y="470467"/>
            <a:ext cx="6952400" cy="126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7" name="Google Shape;107;p22"/>
          <p:cNvSpPr txBox="1">
            <a:spLocks noGrp="1"/>
          </p:cNvSpPr>
          <p:nvPr>
            <p:ph type="ctrTitle" idx="2"/>
          </p:nvPr>
        </p:nvSpPr>
        <p:spPr>
          <a:xfrm>
            <a:off x="619304" y="2408667"/>
            <a:ext cx="2374000" cy="57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8" name="Google Shape;108;p22"/>
          <p:cNvSpPr txBox="1">
            <a:spLocks noGrp="1"/>
          </p:cNvSpPr>
          <p:nvPr>
            <p:ph type="subTitle" idx="1"/>
          </p:nvPr>
        </p:nvSpPr>
        <p:spPr>
          <a:xfrm>
            <a:off x="821504" y="2800999"/>
            <a:ext cx="1969600" cy="133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9" name="Google Shape;109;p22"/>
          <p:cNvSpPr txBox="1">
            <a:spLocks noGrp="1"/>
          </p:cNvSpPr>
          <p:nvPr>
            <p:ph type="ctrTitle" idx="3"/>
          </p:nvPr>
        </p:nvSpPr>
        <p:spPr>
          <a:xfrm>
            <a:off x="2769901" y="2408667"/>
            <a:ext cx="2374000" cy="57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subTitle" idx="4"/>
          </p:nvPr>
        </p:nvSpPr>
        <p:spPr>
          <a:xfrm>
            <a:off x="2972101" y="2800999"/>
            <a:ext cx="1969600" cy="133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1" name="Google Shape;111;p22"/>
          <p:cNvSpPr txBox="1">
            <a:spLocks noGrp="1"/>
          </p:cNvSpPr>
          <p:nvPr>
            <p:ph type="ctrTitle" idx="5"/>
          </p:nvPr>
        </p:nvSpPr>
        <p:spPr>
          <a:xfrm>
            <a:off x="4920500" y="2408667"/>
            <a:ext cx="2374000" cy="57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subTitle" idx="6"/>
          </p:nvPr>
        </p:nvSpPr>
        <p:spPr>
          <a:xfrm>
            <a:off x="5122700" y="2800999"/>
            <a:ext cx="1969600" cy="133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3" name="Google Shape;113;p22"/>
          <p:cNvSpPr txBox="1">
            <a:spLocks noGrp="1"/>
          </p:cNvSpPr>
          <p:nvPr>
            <p:ph type="ctrTitle" idx="7"/>
          </p:nvPr>
        </p:nvSpPr>
        <p:spPr>
          <a:xfrm>
            <a:off x="4942823" y="4733149"/>
            <a:ext cx="2374000" cy="57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4" name="Google Shape;114;p22"/>
          <p:cNvSpPr txBox="1">
            <a:spLocks noGrp="1"/>
          </p:cNvSpPr>
          <p:nvPr>
            <p:ph type="subTitle" idx="8"/>
          </p:nvPr>
        </p:nvSpPr>
        <p:spPr>
          <a:xfrm>
            <a:off x="5145029" y="5186935"/>
            <a:ext cx="1969600" cy="133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5" name="Google Shape;115;p22"/>
          <p:cNvSpPr txBox="1">
            <a:spLocks noGrp="1"/>
          </p:cNvSpPr>
          <p:nvPr>
            <p:ph type="ctrTitle" idx="9"/>
          </p:nvPr>
        </p:nvSpPr>
        <p:spPr>
          <a:xfrm>
            <a:off x="7124692" y="4733149"/>
            <a:ext cx="2374000" cy="57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6" name="Google Shape;116;p22"/>
          <p:cNvSpPr txBox="1">
            <a:spLocks noGrp="1"/>
          </p:cNvSpPr>
          <p:nvPr>
            <p:ph type="subTitle" idx="13"/>
          </p:nvPr>
        </p:nvSpPr>
        <p:spPr>
          <a:xfrm>
            <a:off x="7333681" y="5186935"/>
            <a:ext cx="1969600" cy="133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7" name="Google Shape;117;p22"/>
          <p:cNvSpPr txBox="1">
            <a:spLocks noGrp="1"/>
          </p:cNvSpPr>
          <p:nvPr>
            <p:ph type="ctrTitle" idx="14"/>
          </p:nvPr>
        </p:nvSpPr>
        <p:spPr>
          <a:xfrm>
            <a:off x="9306561" y="4733149"/>
            <a:ext cx="2374000" cy="57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8" name="Google Shape;118;p22"/>
          <p:cNvSpPr txBox="1">
            <a:spLocks noGrp="1"/>
          </p:cNvSpPr>
          <p:nvPr>
            <p:ph type="subTitle" idx="15"/>
          </p:nvPr>
        </p:nvSpPr>
        <p:spPr>
          <a:xfrm>
            <a:off x="9522333" y="5186935"/>
            <a:ext cx="1942400" cy="133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23992228"/>
      </p:ext>
    </p:extLst>
  </p:cSld>
  <p:clrMapOvr>
    <a:masterClrMapping/>
  </p:clrMapOvr>
  <p:hf sldNum="0" hdr="0" ftr="0" dt="0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>
            <a:spLocks noGrp="1"/>
          </p:cNvSpPr>
          <p:nvPr>
            <p:ph type="ctrTitle"/>
          </p:nvPr>
        </p:nvSpPr>
        <p:spPr>
          <a:xfrm>
            <a:off x="2619801" y="470467"/>
            <a:ext cx="6952400" cy="126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39205270"/>
      </p:ext>
    </p:extLst>
  </p:cSld>
  <p:clrMapOvr>
    <a:masterClrMapping/>
  </p:clrMapOvr>
  <p:hf sldNum="0" hdr="0" ftr="0" dt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4"/>
          <p:cNvSpPr txBox="1">
            <a:spLocks noGrp="1"/>
          </p:cNvSpPr>
          <p:nvPr>
            <p:ph type="ctrTitle"/>
          </p:nvPr>
        </p:nvSpPr>
        <p:spPr>
          <a:xfrm>
            <a:off x="2619801" y="470467"/>
            <a:ext cx="6952400" cy="126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64594706"/>
      </p:ext>
    </p:extLst>
  </p:cSld>
  <p:clrMapOvr>
    <a:masterClrMapping/>
  </p:clrMapOvr>
  <p:hf sldNum="0" hdr="0" ftr="0" dt="0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 only 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5"/>
          <p:cNvSpPr txBox="1">
            <a:spLocks noGrp="1"/>
          </p:cNvSpPr>
          <p:nvPr>
            <p:ph type="ctrTitle"/>
          </p:nvPr>
        </p:nvSpPr>
        <p:spPr>
          <a:xfrm>
            <a:off x="2619801" y="470467"/>
            <a:ext cx="6952400" cy="126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85481199"/>
      </p:ext>
    </p:extLst>
  </p:cSld>
  <p:clrMapOvr>
    <a:masterClrMapping/>
  </p:clrMapOvr>
  <p:hf sldNum="0" hdr="0" ftr="0" dt="0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1_Title only 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6"/>
          <p:cNvSpPr txBox="1">
            <a:spLocks noGrp="1"/>
          </p:cNvSpPr>
          <p:nvPr>
            <p:ph type="ctrTitle"/>
          </p:nvPr>
        </p:nvSpPr>
        <p:spPr>
          <a:xfrm>
            <a:off x="2619801" y="470467"/>
            <a:ext cx="6952400" cy="126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624967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mall numbers">
  <p:cSld name="Small number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7"/>
          <p:cNvSpPr txBox="1">
            <a:spLocks noGrp="1"/>
          </p:cNvSpPr>
          <p:nvPr>
            <p:ph type="ctrTitle"/>
          </p:nvPr>
        </p:nvSpPr>
        <p:spPr>
          <a:xfrm>
            <a:off x="2619801" y="470467"/>
            <a:ext cx="6952400" cy="126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9" name="Google Shape;129;p27"/>
          <p:cNvSpPr txBox="1">
            <a:spLocks noGrp="1"/>
          </p:cNvSpPr>
          <p:nvPr>
            <p:ph type="title" idx="2" hasCustomPrompt="1"/>
          </p:nvPr>
        </p:nvSpPr>
        <p:spPr>
          <a:xfrm>
            <a:off x="1448868" y="1966833"/>
            <a:ext cx="2393600" cy="100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30" name="Google Shape;130;p27"/>
          <p:cNvSpPr txBox="1">
            <a:spLocks noGrp="1"/>
          </p:cNvSpPr>
          <p:nvPr>
            <p:ph type="subTitle" idx="1"/>
          </p:nvPr>
        </p:nvSpPr>
        <p:spPr>
          <a:xfrm flipH="1">
            <a:off x="4642236" y="2221939"/>
            <a:ext cx="4353200" cy="44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1" name="Google Shape;131;p27"/>
          <p:cNvSpPr txBox="1">
            <a:spLocks noGrp="1"/>
          </p:cNvSpPr>
          <p:nvPr>
            <p:ph type="title" idx="3" hasCustomPrompt="1"/>
          </p:nvPr>
        </p:nvSpPr>
        <p:spPr>
          <a:xfrm>
            <a:off x="3064601" y="3300467"/>
            <a:ext cx="2351600" cy="100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32" name="Google Shape;132;p27"/>
          <p:cNvSpPr txBox="1">
            <a:spLocks noGrp="1"/>
          </p:cNvSpPr>
          <p:nvPr>
            <p:ph type="subTitle" idx="4"/>
          </p:nvPr>
        </p:nvSpPr>
        <p:spPr>
          <a:xfrm flipH="1">
            <a:off x="6090735" y="3584567"/>
            <a:ext cx="4353200" cy="4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3" name="Google Shape;133;p27"/>
          <p:cNvSpPr txBox="1">
            <a:spLocks noGrp="1"/>
          </p:cNvSpPr>
          <p:nvPr>
            <p:ph type="title" idx="5" hasCustomPrompt="1"/>
          </p:nvPr>
        </p:nvSpPr>
        <p:spPr>
          <a:xfrm>
            <a:off x="4470901" y="4684833"/>
            <a:ext cx="2393600" cy="100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8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34" name="Google Shape;134;p27"/>
          <p:cNvSpPr txBox="1">
            <a:spLocks noGrp="1"/>
          </p:cNvSpPr>
          <p:nvPr>
            <p:ph type="subTitle" idx="6"/>
          </p:nvPr>
        </p:nvSpPr>
        <p:spPr>
          <a:xfrm flipH="1">
            <a:off x="7561987" y="4946588"/>
            <a:ext cx="4353200" cy="4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3584504"/>
      </p:ext>
    </p:extLst>
  </p:cSld>
  <p:clrMapOvr>
    <a:masterClrMapping/>
  </p:clrMapOvr>
  <p:hf sldNum="0" hdr="0" ftr="0" dt="0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8"/>
          <p:cNvSpPr txBox="1">
            <a:spLocks noGrp="1"/>
          </p:cNvSpPr>
          <p:nvPr>
            <p:ph type="ctrTitle"/>
          </p:nvPr>
        </p:nvSpPr>
        <p:spPr>
          <a:xfrm flipH="1">
            <a:off x="2632200" y="1548000"/>
            <a:ext cx="6927600" cy="182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64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7" name="Google Shape;137;p28"/>
          <p:cNvSpPr txBox="1">
            <a:spLocks noGrp="1"/>
          </p:cNvSpPr>
          <p:nvPr>
            <p:ph type="subTitle" idx="1"/>
          </p:nvPr>
        </p:nvSpPr>
        <p:spPr>
          <a:xfrm>
            <a:off x="2870000" y="3326467"/>
            <a:ext cx="6452000" cy="133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8" name="Google Shape;138;p28"/>
          <p:cNvSpPr txBox="1"/>
          <p:nvPr/>
        </p:nvSpPr>
        <p:spPr>
          <a:xfrm>
            <a:off x="834541" y="4963224"/>
            <a:ext cx="5106800" cy="23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333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CREDITS: This presentation template was created by </a:t>
            </a:r>
            <a:r>
              <a:rPr lang="en" sz="1333" b="1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Slidesgo</a:t>
            </a:r>
            <a:r>
              <a:rPr lang="en" sz="1333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, including icons by </a:t>
            </a:r>
            <a:r>
              <a:rPr lang="en" sz="1333" b="1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4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Flaticon</a:t>
            </a:r>
            <a:r>
              <a:rPr lang="en" sz="1333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, and infographics &amp; images by </a:t>
            </a:r>
            <a:r>
              <a:rPr lang="en" sz="1333" b="1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5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Freepik</a:t>
            </a:r>
            <a:r>
              <a:rPr lang="en" sz="1333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. </a:t>
            </a:r>
            <a:endParaRPr sz="1333">
              <a:solidFill>
                <a:schemeClr val="dk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Please keep this slide for attribution.</a:t>
            </a:r>
            <a:endParaRPr sz="12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1867">
              <a:solidFill>
                <a:schemeClr val="dk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dk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</p:spTree>
    <p:extLst>
      <p:ext uri="{BB962C8B-B14F-4D97-AF65-F5344CB8AC3E}">
        <p14:creationId xmlns:p14="http://schemas.microsoft.com/office/powerpoint/2010/main" val="4113295168"/>
      </p:ext>
    </p:extLst>
  </p:cSld>
  <p:clrMapOvr>
    <a:masterClrMapping/>
  </p:clrMapOvr>
  <p:hf sldNum="0" hdr="0" ftr="0" dt="0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E308BA4-DDCA-6D2B-AD63-4BAE10D0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E8D71B7-62D7-D76C-DD80-A30146D984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F7D649F-3DB1-D26C-75C6-3FAC29430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CDC8D-05BE-4201-AB8E-68CC13D83C85}" type="datetimeFigureOut">
              <a:rPr lang="en-US" smtClean="0"/>
              <a:t>12/20/2022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2800D67-2B92-21DB-88AC-BCC00904C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D32B33D-2415-7B84-8391-863057133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5FAE4-FC24-4488-8757-9892A78888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08043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316807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393575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12/20/2022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180362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CDC8D-05BE-4201-AB8E-68CC13D83C85}" type="datetimeFigureOut">
              <a:rPr lang="en-US" smtClean="0"/>
              <a:t>12/20/2022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5FAE4-FC24-4488-8757-9892A78888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79586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12/20/2022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4507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12/20/2022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49640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12/20/2022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6876044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12/20/2022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5197027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12/20/2022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076415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12/20/2022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1556600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12/20/2022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5568348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12/20/2022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2347936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12/20/2022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4701512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12/20/2022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9855616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12/20/2022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625185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12/20/2022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269442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12/20/2022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5332458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12/20/2022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3483201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4509A250-FF31-4206-8172-F9D3106AACB1}" type="datetimeFigureOut">
              <a:rPr lang="en-US" smtClean="0"/>
              <a:t>12/20/2022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4429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1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4.xml"/><Relationship Id="rId2" Type="http://schemas.openxmlformats.org/officeDocument/2006/relationships/slideLayout" Target="../slideLayouts/slideLayout33.xml"/><Relationship Id="rId1" Type="http://schemas.openxmlformats.org/officeDocument/2006/relationships/slideLayout" Target="../slideLayouts/slideLayout32.xml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slideLayout" Target="../slideLayouts/slideLayout47.xml"/><Relationship Id="rId18" Type="http://schemas.openxmlformats.org/officeDocument/2006/relationships/slideLayout" Target="../slideLayouts/slideLayout52.xml"/><Relationship Id="rId26" Type="http://schemas.openxmlformats.org/officeDocument/2006/relationships/slideLayout" Target="../slideLayouts/slideLayout60.xml"/><Relationship Id="rId3" Type="http://schemas.openxmlformats.org/officeDocument/2006/relationships/slideLayout" Target="../slideLayouts/slideLayout37.xml"/><Relationship Id="rId21" Type="http://schemas.openxmlformats.org/officeDocument/2006/relationships/slideLayout" Target="../slideLayouts/slideLayout55.xml"/><Relationship Id="rId7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6.xml"/><Relationship Id="rId17" Type="http://schemas.openxmlformats.org/officeDocument/2006/relationships/slideLayout" Target="../slideLayouts/slideLayout51.xml"/><Relationship Id="rId25" Type="http://schemas.openxmlformats.org/officeDocument/2006/relationships/slideLayout" Target="../slideLayouts/slideLayout59.xml"/><Relationship Id="rId2" Type="http://schemas.openxmlformats.org/officeDocument/2006/relationships/slideLayout" Target="../slideLayouts/slideLayout36.xml"/><Relationship Id="rId16" Type="http://schemas.openxmlformats.org/officeDocument/2006/relationships/slideLayout" Target="../slideLayouts/slideLayout50.xml"/><Relationship Id="rId20" Type="http://schemas.openxmlformats.org/officeDocument/2006/relationships/slideLayout" Target="../slideLayouts/slideLayout54.xml"/><Relationship Id="rId29" Type="http://schemas.openxmlformats.org/officeDocument/2006/relationships/theme" Target="../theme/theme4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24" Type="http://schemas.openxmlformats.org/officeDocument/2006/relationships/slideLayout" Target="../slideLayouts/slideLayout58.xml"/><Relationship Id="rId5" Type="http://schemas.openxmlformats.org/officeDocument/2006/relationships/slideLayout" Target="../slideLayouts/slideLayout39.xml"/><Relationship Id="rId15" Type="http://schemas.openxmlformats.org/officeDocument/2006/relationships/slideLayout" Target="../slideLayouts/slideLayout49.xml"/><Relationship Id="rId23" Type="http://schemas.openxmlformats.org/officeDocument/2006/relationships/slideLayout" Target="../slideLayouts/slideLayout57.xml"/><Relationship Id="rId28" Type="http://schemas.openxmlformats.org/officeDocument/2006/relationships/slideLayout" Target="../slideLayouts/slideLayout62.xml"/><Relationship Id="rId10" Type="http://schemas.openxmlformats.org/officeDocument/2006/relationships/slideLayout" Target="../slideLayouts/slideLayout44.xml"/><Relationship Id="rId19" Type="http://schemas.openxmlformats.org/officeDocument/2006/relationships/slideLayout" Target="../slideLayouts/slideLayout53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14" Type="http://schemas.openxmlformats.org/officeDocument/2006/relationships/slideLayout" Target="../slideLayouts/slideLayout48.xml"/><Relationship Id="rId22" Type="http://schemas.openxmlformats.org/officeDocument/2006/relationships/slideLayout" Target="../slideLayouts/slideLayout56.xml"/><Relationship Id="rId27" Type="http://schemas.openxmlformats.org/officeDocument/2006/relationships/slideLayout" Target="../slideLayouts/slideLayout61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3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2.xml"/><Relationship Id="rId13" Type="http://schemas.openxmlformats.org/officeDocument/2006/relationships/slideLayout" Target="../slideLayouts/slideLayout77.xml"/><Relationship Id="rId18" Type="http://schemas.openxmlformats.org/officeDocument/2006/relationships/theme" Target="../theme/theme7.xml"/><Relationship Id="rId3" Type="http://schemas.openxmlformats.org/officeDocument/2006/relationships/slideLayout" Target="../slideLayouts/slideLayout67.xml"/><Relationship Id="rId7" Type="http://schemas.openxmlformats.org/officeDocument/2006/relationships/slideLayout" Target="../slideLayouts/slideLayout71.xml"/><Relationship Id="rId12" Type="http://schemas.openxmlformats.org/officeDocument/2006/relationships/slideLayout" Target="../slideLayouts/slideLayout76.xml"/><Relationship Id="rId17" Type="http://schemas.openxmlformats.org/officeDocument/2006/relationships/slideLayout" Target="../slideLayouts/slideLayout81.xml"/><Relationship Id="rId2" Type="http://schemas.openxmlformats.org/officeDocument/2006/relationships/slideLayout" Target="../slideLayouts/slideLayout66.xml"/><Relationship Id="rId16" Type="http://schemas.openxmlformats.org/officeDocument/2006/relationships/slideLayout" Target="../slideLayouts/slideLayout80.xml"/><Relationship Id="rId1" Type="http://schemas.openxmlformats.org/officeDocument/2006/relationships/slideLayout" Target="../slideLayouts/slideLayout65.xml"/><Relationship Id="rId6" Type="http://schemas.openxmlformats.org/officeDocument/2006/relationships/slideLayout" Target="../slideLayouts/slideLayout70.xml"/><Relationship Id="rId11" Type="http://schemas.openxmlformats.org/officeDocument/2006/relationships/slideLayout" Target="../slideLayouts/slideLayout75.xml"/><Relationship Id="rId5" Type="http://schemas.openxmlformats.org/officeDocument/2006/relationships/slideLayout" Target="../slideLayouts/slideLayout69.xml"/><Relationship Id="rId15" Type="http://schemas.openxmlformats.org/officeDocument/2006/relationships/slideLayout" Target="../slideLayouts/slideLayout79.xml"/><Relationship Id="rId10" Type="http://schemas.openxmlformats.org/officeDocument/2006/relationships/slideLayout" Target="../slideLayouts/slideLayout74.xml"/><Relationship Id="rId19" Type="http://schemas.openxmlformats.org/officeDocument/2006/relationships/image" Target="../media/image17.png"/><Relationship Id="rId4" Type="http://schemas.openxmlformats.org/officeDocument/2006/relationships/slideLayout" Target="../slideLayouts/slideLayout68.xml"/><Relationship Id="rId9" Type="http://schemas.openxmlformats.org/officeDocument/2006/relationships/slideLayout" Target="../slideLayouts/slideLayout73.xml"/><Relationship Id="rId14" Type="http://schemas.openxmlformats.org/officeDocument/2006/relationships/slideLayout" Target="../slideLayouts/slideLayout7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xo 2"/>
              <a:buNone/>
              <a:defRPr sz="2800" b="1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xo 2"/>
              <a:buNone/>
              <a:defRPr sz="28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xo 2"/>
              <a:buNone/>
              <a:defRPr sz="28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xo 2"/>
              <a:buNone/>
              <a:defRPr sz="28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xo 2"/>
              <a:buNone/>
              <a:defRPr sz="28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xo 2"/>
              <a:buNone/>
              <a:defRPr sz="28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xo 2"/>
              <a:buNone/>
              <a:defRPr sz="28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xo 2"/>
              <a:buNone/>
              <a:defRPr sz="28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xo 2"/>
              <a:buNone/>
              <a:defRPr sz="28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Roboto Condensed Light"/>
              <a:buChar char="●"/>
              <a:defRPr sz="1200">
                <a:solidFill>
                  <a:schemeClr val="hlink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lvl="1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Roboto Condensed Light"/>
              <a:buChar char="○"/>
              <a:defRPr sz="1200">
                <a:solidFill>
                  <a:schemeClr val="hlink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lvl="2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Roboto Condensed Light"/>
              <a:buChar char="■"/>
              <a:defRPr sz="1200">
                <a:solidFill>
                  <a:schemeClr val="hlink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lvl="3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Roboto Condensed Light"/>
              <a:buChar char="●"/>
              <a:defRPr sz="1200">
                <a:solidFill>
                  <a:schemeClr val="hlink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lvl="4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Roboto Condensed Light"/>
              <a:buChar char="○"/>
              <a:defRPr sz="1200">
                <a:solidFill>
                  <a:schemeClr val="hlink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lvl="5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Roboto Condensed Light"/>
              <a:buChar char="■"/>
              <a:defRPr sz="1200">
                <a:solidFill>
                  <a:schemeClr val="hlink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lvl="6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Roboto Condensed Light"/>
              <a:buChar char="●"/>
              <a:defRPr sz="1200">
                <a:solidFill>
                  <a:schemeClr val="hlink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lvl="7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Roboto Condensed Light"/>
              <a:buChar char="○"/>
              <a:defRPr sz="1200">
                <a:solidFill>
                  <a:schemeClr val="hlink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lvl="8" indent="-30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hlink"/>
              </a:buClr>
              <a:buSzPts val="1200"/>
              <a:buFont typeface="Roboto Condensed Light"/>
              <a:buChar char="■"/>
              <a:defRPr sz="1200">
                <a:solidFill>
                  <a:schemeClr val="hlink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2486878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768" r:id="rId14"/>
    <p:sldLayoutId id="2147483769" r:id="rId15"/>
    <p:sldLayoutId id="2147483770" r:id="rId16"/>
    <p:sldLayoutId id="2147483771" r:id="rId17"/>
    <p:sldLayoutId id="2147483772" r:id="rId18"/>
    <p:sldLayoutId id="2147483773" r:id="rId19"/>
    <p:sldLayoutId id="2147483774" r:id="rId20"/>
    <p:sldLayoutId id="2147483775" r:id="rId21"/>
    <p:sldLayoutId id="2147483776" r:id="rId22"/>
    <p:sldLayoutId id="2147483777" r:id="rId23"/>
    <p:sldLayoutId id="2147483778" r:id="rId24"/>
    <p:sldLayoutId id="2147483779" r:id="rId25"/>
    <p:sldLayoutId id="2147483780" r:id="rId26"/>
    <p:sldLayoutId id="2147483781" r:id="rId27"/>
    <p:sldLayoutId id="2147483782" r:id="rId28"/>
  </p:sldLayoutIdLst>
  <p:transition>
    <p:fade thruBlk="1"/>
  </p:transition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9"/>
          <p:cNvSpPr txBox="1">
            <a:spLocks noGrp="1"/>
          </p:cNvSpPr>
          <p:nvPr>
            <p:ph type="title"/>
          </p:nvPr>
        </p:nvSpPr>
        <p:spPr>
          <a:xfrm>
            <a:off x="1424133" y="1244600"/>
            <a:ext cx="93964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141" name="Google Shape;141;p29"/>
          <p:cNvSpPr txBox="1">
            <a:spLocks noGrp="1"/>
          </p:cNvSpPr>
          <p:nvPr>
            <p:ph type="body" idx="1"/>
          </p:nvPr>
        </p:nvSpPr>
        <p:spPr>
          <a:xfrm>
            <a:off x="1424133" y="2260600"/>
            <a:ext cx="93964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2589333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84" r:id="rId1"/>
    <p:sldLayoutId id="2147483787" r:id="rId2"/>
    <p:sldLayoutId id="2147483788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1"/>
          <p:cNvSpPr txBox="1">
            <a:spLocks noGrp="1"/>
          </p:cNvSpPr>
          <p:nvPr>
            <p:ph type="title"/>
          </p:nvPr>
        </p:nvSpPr>
        <p:spPr>
          <a:xfrm>
            <a:off x="1424133" y="1244600"/>
            <a:ext cx="93964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145" name="Google Shape;145;p31"/>
          <p:cNvSpPr txBox="1">
            <a:spLocks noGrp="1"/>
          </p:cNvSpPr>
          <p:nvPr>
            <p:ph type="body" idx="1"/>
          </p:nvPr>
        </p:nvSpPr>
        <p:spPr>
          <a:xfrm>
            <a:off x="1424133" y="2260600"/>
            <a:ext cx="93964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0144524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86" r:id="rId1"/>
    <p:sldLayoutId id="2147483789" r:id="rId2"/>
    <p:sldLayoutId id="2147483790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xo 2"/>
              <a:buNone/>
              <a:defRPr sz="2800" b="1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xo 2"/>
              <a:buNone/>
              <a:defRPr sz="28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xo 2"/>
              <a:buNone/>
              <a:defRPr sz="28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xo 2"/>
              <a:buNone/>
              <a:defRPr sz="28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xo 2"/>
              <a:buNone/>
              <a:defRPr sz="28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xo 2"/>
              <a:buNone/>
              <a:defRPr sz="28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xo 2"/>
              <a:buNone/>
              <a:defRPr sz="28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xo 2"/>
              <a:buNone/>
              <a:defRPr sz="28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xo 2"/>
              <a:buNone/>
              <a:defRPr sz="28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Roboto Condensed Light"/>
              <a:buChar char="●"/>
              <a:defRPr sz="1200">
                <a:solidFill>
                  <a:schemeClr val="hlink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lvl="1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Roboto Condensed Light"/>
              <a:buChar char="○"/>
              <a:defRPr sz="1200">
                <a:solidFill>
                  <a:schemeClr val="hlink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lvl="2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Roboto Condensed Light"/>
              <a:buChar char="■"/>
              <a:defRPr sz="1200">
                <a:solidFill>
                  <a:schemeClr val="hlink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lvl="3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Roboto Condensed Light"/>
              <a:buChar char="●"/>
              <a:defRPr sz="1200">
                <a:solidFill>
                  <a:schemeClr val="hlink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lvl="4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Roboto Condensed Light"/>
              <a:buChar char="○"/>
              <a:defRPr sz="1200">
                <a:solidFill>
                  <a:schemeClr val="hlink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lvl="5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Roboto Condensed Light"/>
              <a:buChar char="■"/>
              <a:defRPr sz="1200">
                <a:solidFill>
                  <a:schemeClr val="hlink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lvl="6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Roboto Condensed Light"/>
              <a:buChar char="●"/>
              <a:defRPr sz="1200">
                <a:solidFill>
                  <a:schemeClr val="hlink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lvl="7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Roboto Condensed Light"/>
              <a:buChar char="○"/>
              <a:defRPr sz="1200">
                <a:solidFill>
                  <a:schemeClr val="hlink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lvl="8" indent="-30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hlink"/>
              </a:buClr>
              <a:buSzPts val="1200"/>
              <a:buFont typeface="Roboto Condensed Light"/>
              <a:buChar char="■"/>
              <a:defRPr sz="1200">
                <a:solidFill>
                  <a:schemeClr val="hlink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6489749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92" r:id="rId1"/>
    <p:sldLayoutId id="2147483793" r:id="rId2"/>
    <p:sldLayoutId id="2147483794" r:id="rId3"/>
    <p:sldLayoutId id="2147483795" r:id="rId4"/>
    <p:sldLayoutId id="2147483796" r:id="rId5"/>
    <p:sldLayoutId id="2147483797" r:id="rId6"/>
    <p:sldLayoutId id="2147483798" r:id="rId7"/>
    <p:sldLayoutId id="2147483799" r:id="rId8"/>
    <p:sldLayoutId id="2147483800" r:id="rId9"/>
    <p:sldLayoutId id="2147483801" r:id="rId10"/>
    <p:sldLayoutId id="2147483802" r:id="rId11"/>
    <p:sldLayoutId id="2147483803" r:id="rId12"/>
    <p:sldLayoutId id="2147483804" r:id="rId13"/>
    <p:sldLayoutId id="2147483805" r:id="rId14"/>
    <p:sldLayoutId id="2147483806" r:id="rId15"/>
    <p:sldLayoutId id="2147483807" r:id="rId16"/>
    <p:sldLayoutId id="2147483808" r:id="rId17"/>
    <p:sldLayoutId id="2147483809" r:id="rId18"/>
    <p:sldLayoutId id="2147483810" r:id="rId19"/>
    <p:sldLayoutId id="2147483811" r:id="rId20"/>
    <p:sldLayoutId id="2147483812" r:id="rId21"/>
    <p:sldLayoutId id="2147483813" r:id="rId22"/>
    <p:sldLayoutId id="2147483814" r:id="rId23"/>
    <p:sldLayoutId id="2147483815" r:id="rId24"/>
    <p:sldLayoutId id="2147483816" r:id="rId25"/>
    <p:sldLayoutId id="2147483817" r:id="rId26"/>
    <p:sldLayoutId id="2147483818" r:id="rId27"/>
    <p:sldLayoutId id="2147483819" r:id="rId28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9"/>
          <p:cNvSpPr txBox="1">
            <a:spLocks noGrp="1"/>
          </p:cNvSpPr>
          <p:nvPr>
            <p:ph type="title"/>
          </p:nvPr>
        </p:nvSpPr>
        <p:spPr>
          <a:xfrm>
            <a:off x="1424133" y="1244600"/>
            <a:ext cx="93964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141" name="Google Shape;141;p29"/>
          <p:cNvSpPr txBox="1">
            <a:spLocks noGrp="1"/>
          </p:cNvSpPr>
          <p:nvPr>
            <p:ph type="body" idx="1"/>
          </p:nvPr>
        </p:nvSpPr>
        <p:spPr>
          <a:xfrm>
            <a:off x="1424133" y="2260600"/>
            <a:ext cx="93964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0454274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2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1"/>
          <p:cNvSpPr txBox="1">
            <a:spLocks noGrp="1"/>
          </p:cNvSpPr>
          <p:nvPr>
            <p:ph type="title"/>
          </p:nvPr>
        </p:nvSpPr>
        <p:spPr>
          <a:xfrm>
            <a:off x="1424133" y="1244600"/>
            <a:ext cx="93964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145" name="Google Shape;145;p31"/>
          <p:cNvSpPr txBox="1">
            <a:spLocks noGrp="1"/>
          </p:cNvSpPr>
          <p:nvPr>
            <p:ph type="body" idx="1"/>
          </p:nvPr>
        </p:nvSpPr>
        <p:spPr>
          <a:xfrm>
            <a:off x="1424133" y="2260600"/>
            <a:ext cx="93964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9528643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2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6E9DEC-419B-4CC5-A080-3B06BD5A8291}" type="datetimeFigureOut">
              <a:rPr lang="en-US" dirty="0"/>
              <a:t>12/20/2022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415154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43" r:id="rId1"/>
    <p:sldLayoutId id="2147483844" r:id="rId2"/>
    <p:sldLayoutId id="2147483845" r:id="rId3"/>
    <p:sldLayoutId id="2147483846" r:id="rId4"/>
    <p:sldLayoutId id="2147483847" r:id="rId5"/>
    <p:sldLayoutId id="2147483848" r:id="rId6"/>
    <p:sldLayoutId id="2147483849" r:id="rId7"/>
    <p:sldLayoutId id="2147483850" r:id="rId8"/>
    <p:sldLayoutId id="2147483851" r:id="rId9"/>
    <p:sldLayoutId id="2147483852" r:id="rId10"/>
    <p:sldLayoutId id="2147483853" r:id="rId11"/>
    <p:sldLayoutId id="2147483854" r:id="rId12"/>
    <p:sldLayoutId id="2147483855" r:id="rId13"/>
    <p:sldLayoutId id="2147483856" r:id="rId14"/>
    <p:sldLayoutId id="2147483857" r:id="rId15"/>
    <p:sldLayoutId id="2147483858" r:id="rId16"/>
    <p:sldLayoutId id="2147483859" r:id="rId17"/>
  </p:sldLayoutIdLst>
  <p:transition>
    <p:fade thruBlk="1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2BD9FB3-7072-BFEF-7AF1-05C440223C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bg-BG" sz="3200" dirty="0">
                <a:latin typeface="Arial" panose="020B0604020202020204" pitchFamily="34" charset="0"/>
                <a:cs typeface="Arial" panose="020B0604020202020204" pitchFamily="34" charset="0"/>
              </a:rPr>
              <a:t>Компютърни мрежи</a:t>
            </a:r>
            <a:endParaRPr lang="en-US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F41CDCAC-3C51-F5FE-FFB8-AC24859D42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0322" y="4519874"/>
            <a:ext cx="8144134" cy="1117687"/>
          </a:xfrm>
        </p:spPr>
        <p:txBody>
          <a:bodyPr/>
          <a:lstStyle/>
          <a:p>
            <a:r>
              <a:rPr lang="bg-BG" sz="2400" dirty="0">
                <a:latin typeface="Arial" panose="020B0604020202020204" pitchFamily="34" charset="0"/>
                <a:cs typeface="Arial" panose="020B0604020202020204" pitchFamily="34" charset="0"/>
              </a:rPr>
              <a:t>Изготвил: Кристиян Стефанов 12д №16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3242664"/>
      </p:ext>
    </p:extLst>
  </p:cSld>
  <p:clrMapOvr>
    <a:masterClrMapping/>
  </p:clrMapOvr>
  <p:transition spd="slow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7FB7182-9427-EB57-066F-848CEE72E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200" dirty="0">
                <a:latin typeface="Arial" panose="020B0604020202020204" pitchFamily="34" charset="0"/>
                <a:cs typeface="Arial" panose="020B0604020202020204" pitchFamily="34" charset="0"/>
              </a:rPr>
              <a:t>Съдържание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D1A479E-81C9-2C5E-BAAB-D661281B34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  <a:t>Глобална компютърна мрежа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  <a:t>Принцип на компютърна мрежа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  <a:t>Мрежови компоненти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  <a:t>Видове мрежи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IP </a:t>
            </a:r>
            <a: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  <a:t>адреси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  <a:t>Класово и безкласово адресиране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VPN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MAC </a:t>
            </a:r>
            <a: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  <a:t>адреси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  <a:t>Въпроси</a:t>
            </a:r>
          </a:p>
        </p:txBody>
      </p:sp>
    </p:spTree>
    <p:extLst>
      <p:ext uri="{BB962C8B-B14F-4D97-AF65-F5344CB8AC3E}">
        <p14:creationId xmlns:p14="http://schemas.microsoft.com/office/powerpoint/2010/main" val="12010137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1F2422B-4A17-F607-3D93-C3E635697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2" cy="1080938"/>
          </a:xfrm>
        </p:spPr>
        <p:txBody>
          <a:bodyPr>
            <a:normAutofit/>
          </a:bodyPr>
          <a:lstStyle/>
          <a:p>
            <a:r>
              <a:rPr lang="bg-BG" sz="3200" dirty="0">
                <a:latin typeface="Arial" panose="020B0604020202020204" pitchFamily="34" charset="0"/>
                <a:cs typeface="Arial" panose="020B0604020202020204" pitchFamily="34" charset="0"/>
              </a:rPr>
              <a:t>Глобална компютърна мрежа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0F349CF-850B-DA7F-326D-A0EF40CDF6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	Първата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мрежа е разработена от Агенцията за прогресивно научни проекти (Advanced Research Projects Agency) на американската армия, която е наречена ARPAnet.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Поради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растящия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брой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научни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институти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и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университети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присъединили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се в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мрежата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ARPAnetостава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да се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занимава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само с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изследвания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докато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една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друга, втора мрежа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MILnet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се ориентира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към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военните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комуникации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През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1980г.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Националната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научна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фондация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(NSF)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основава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NSFnet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свързвайки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половин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дозина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суперкомпютри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при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изключително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висока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скорост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която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в момента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продължава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да се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увеличава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4963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5655ABC-B845-6919-CEBD-4B9D47397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200" dirty="0">
                <a:latin typeface="Arial" panose="020B0604020202020204" pitchFamily="34" charset="0"/>
                <a:cs typeface="Arial" panose="020B0604020202020204" pitchFamily="34" charset="0"/>
              </a:rPr>
              <a:t>Глобална компютърна мрежа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DB2695F-E737-4ADF-5D0E-F8AB4BFC7A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buNone/>
            </a:pP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Накрая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NSFnet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пое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Интернет от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ARPAnet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и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през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1991г.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са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създадени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основите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на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Националната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научна и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образователна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мрежа (NREN). Целите на NREN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са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да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осъществява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и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поддържа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високи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скорости,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научни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и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образователни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мрежи с огромен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капацитет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, а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също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така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и да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развива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търговското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присъствие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в Интернет.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Този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момент е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изключително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важен за WWW (Word Wide Web),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която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бързо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бе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възприета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като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среда за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търговска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дейност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не само в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Северна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Америка, но и по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целия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свят. При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това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търговците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не се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включват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в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мрежата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само за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проучване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или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електронна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поща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; те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са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там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защото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Интернет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предлага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огромен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търговски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потенциал.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Със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сигурност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Интернет е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предимно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научна и академична мрежа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поне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от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гледна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точка на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творческата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дейност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и обхвата на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използуване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Съществува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огромна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активност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в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сферата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на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образованието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включени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са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много общности и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некомерсиални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издания.</a:t>
            </a:r>
          </a:p>
        </p:txBody>
      </p:sp>
    </p:spTree>
    <p:extLst>
      <p:ext uri="{BB962C8B-B14F-4D97-AF65-F5344CB8AC3E}">
        <p14:creationId xmlns:p14="http://schemas.microsoft.com/office/powerpoint/2010/main" val="263672047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EB4EEA5-D7CF-CC2D-15D1-EE969A209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200" dirty="0">
                <a:latin typeface="Arial" panose="020B0604020202020204" pitchFamily="34" charset="0"/>
                <a:cs typeface="Arial" panose="020B0604020202020204" pitchFamily="34" charset="0"/>
              </a:rPr>
              <a:t>Глобална компютърна мрежа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13F00B7-0B18-E145-AE78-4D5CC4767A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През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1995г.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Федералният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съвет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за мрежи (FNC), приема резолюция,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дефинираща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термина Интернет:</a:t>
            </a:r>
          </a:p>
          <a:p>
            <a:pPr algn="just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Интернет е мрежа,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обхващаща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земното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кълбо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Тя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се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основава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на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световната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комуникационна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мрежа,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включваща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кабелните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телефонни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линни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спътникови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оптични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и др.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връзки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Към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Интернет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са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свързани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десетки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хиляди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компютърни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мрежи</a:t>
            </a:r>
          </a:p>
          <a:p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25783221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01A55C8-DF98-3900-B83C-55D5E19B2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Принципи на компютърната мрежа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9680A45-E1A1-45F6-EAF1-1241B179C0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Компютърните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мрежи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представляват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свързани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помежду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се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компютри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периферни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устройства и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софтуер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за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съвместното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им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използване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Мрежата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е механизма,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позволяващ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на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разпръснатите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компютри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и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техните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потребители да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комуникират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помежду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си и да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споделят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ресурси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2EBACD63-1F6D-FCCB-EB10-8C4C96E7B4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876" y="2591968"/>
            <a:ext cx="4283970" cy="3089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47176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2366C25-7935-BB49-FFC1-A89268F46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Мрежовата карта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4AA0F05-E4ED-472D-1E96-8A07917F4E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Мрежовата карта </a:t>
            </a:r>
            <a:r>
              <a:rPr lang="bg-BG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bg-BG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Network</a:t>
            </a:r>
            <a:r>
              <a:rPr lang="bg-BG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bg-BG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interface</a:t>
            </a:r>
            <a:r>
              <a:rPr lang="bg-BG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bg-BG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card</a:t>
            </a:r>
            <a:r>
              <a:rPr lang="bg-BG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NIC) осигурява връзката на компютъра с</a:t>
            </a:r>
            <a:r>
              <a:rPr lang="bg-BG" spc="5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bg-BG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локалната</a:t>
            </a:r>
            <a:r>
              <a:rPr lang="bg-BG" spc="-1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bg-BG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мрежа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F73E7DED-4561-E203-4C42-6AB858064E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9912" y="3349908"/>
            <a:ext cx="4592176" cy="2586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33394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1A3B2B7-DAA6-DCC7-8E2F-A1A3FFC51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Мрежови софтуер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7B03712-F530-345D-8D1E-F052AB87F0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Мрежовият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софтуер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играе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управляваща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роля. Той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задава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режима на работа на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компютъра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в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мрежата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определя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различната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роля на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компютрите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в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мрежата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Така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два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напълно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еднакви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компютъра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могат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да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работят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по различен начин в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мрежата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В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зависимост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от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предназначението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и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функциите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които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изпълняват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компютрите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в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мрежата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се делят на: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сървър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и клиент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39630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p14:dur="2000">
        <p15:prstTrans prst="prestige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53075A9-D2D9-D2FD-A911-69FC406BE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200" dirty="0">
                <a:latin typeface="Arial" panose="020B0604020202020204" pitchFamily="34" charset="0"/>
                <a:cs typeface="Arial" panose="020B0604020202020204" pitchFamily="34" charset="0"/>
              </a:rPr>
              <a:t>Сървър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7C36827-9B5C-5B54-76C0-1B8978FB84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Сървър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server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) –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компютър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който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предлага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на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другите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включени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в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мрежата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компютри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някои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свои услуги и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периферни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устройства,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като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по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този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начин се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осигурява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функционирането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на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мрежата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като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такава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4013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0D30E42-14E3-CECB-E019-CE912E6FA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Клиент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6EB4F2F-3FD0-7C56-6816-14E0256839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62040"/>
            <a:ext cx="9613861" cy="3599316"/>
          </a:xfrm>
        </p:spPr>
        <p:txBody>
          <a:bodyPr>
            <a:noAutofit/>
          </a:bodyPr>
          <a:lstStyle/>
          <a:p>
            <a:pPr algn="just"/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Използва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услугите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които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се предоставят в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една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мрежа.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Това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може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да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бъде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както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компютър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така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и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отделна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програма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Чести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използван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термин е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Workstation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потребителски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компютър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свързан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към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мрежата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Разликата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между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работната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станция и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несвързания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в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мрежата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персонален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компютър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е в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това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, че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работната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станция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използува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различни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услуги,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предлагани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и от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локалната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мрежа, в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които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е включена.</a:t>
            </a:r>
          </a:p>
          <a:p>
            <a:pPr algn="just"/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Сървърите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се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класифицират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обикновено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в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зависимост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от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услугата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която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предоставят. Те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могат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да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бъдат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algn="just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Файлов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сървър,Принт-сървър,Комуникационен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2165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0681A6A-0FEF-3DEE-BFAE-21FFFFAB6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200" dirty="0">
                <a:latin typeface="Arial" panose="020B0604020202020204" pitchFamily="34" charset="0"/>
                <a:cs typeface="Arial" panose="020B0604020202020204" pitchFamily="34" charset="0"/>
              </a:rPr>
              <a:t>Видове мрежи </a:t>
            </a:r>
            <a:r>
              <a:rPr lang="ru-RU" sz="3200" dirty="0" err="1">
                <a:latin typeface="Arial" panose="020B0604020202020204" pitchFamily="34" charset="0"/>
                <a:cs typeface="Arial" panose="020B0604020202020204" pitchFamily="34" charset="0"/>
              </a:rPr>
              <a:t>според</a:t>
            </a: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 обхвата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FBC6F135-896A-D493-D1B8-15082FE1D75B}"/>
              </a:ext>
            </a:extLst>
          </p:cNvPr>
          <p:cNvSpPr/>
          <p:nvPr/>
        </p:nvSpPr>
        <p:spPr>
          <a:xfrm>
            <a:off x="847288" y="2417419"/>
            <a:ext cx="9613860" cy="147570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LAN (Local Area Network) –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локална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компютърна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мрежа,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която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обслужва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една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организация и е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разположена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в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една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сграда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A8499C12-5AED-E68E-23E0-CE140A6E67D1}"/>
              </a:ext>
            </a:extLst>
          </p:cNvPr>
          <p:cNvSpPr/>
          <p:nvPr/>
        </p:nvSpPr>
        <p:spPr>
          <a:xfrm>
            <a:off x="847287" y="4285983"/>
            <a:ext cx="9613861" cy="147570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MAN (Metropolitan Area Network) –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обхваща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територия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на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едно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населено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място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или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голяма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сграда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с много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разположени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в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нея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организации.</a:t>
            </a:r>
          </a:p>
        </p:txBody>
      </p:sp>
    </p:spTree>
    <p:extLst>
      <p:ext uri="{BB962C8B-B14F-4D97-AF65-F5344CB8AC3E}">
        <p14:creationId xmlns:p14="http://schemas.microsoft.com/office/powerpoint/2010/main" val="49622803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44E39A2-8DB3-3D39-094A-BAEAF25A4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200" dirty="0">
                <a:latin typeface="Arial" panose="020B0604020202020204" pitchFamily="34" charset="0"/>
                <a:cs typeface="Arial" panose="020B0604020202020204" pitchFamily="34" charset="0"/>
              </a:rPr>
              <a:t>Видове мрежи според обхвата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xmlns="" id="{38E43D3E-2797-4718-CF12-84242C37B450}"/>
              </a:ext>
            </a:extLst>
          </p:cNvPr>
          <p:cNvSpPr/>
          <p:nvPr/>
        </p:nvSpPr>
        <p:spPr>
          <a:xfrm>
            <a:off x="998290" y="2348918"/>
            <a:ext cx="9295892" cy="1417739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/>
              <a:t>WAN (Wide Area Network) – </a:t>
            </a:r>
            <a:r>
              <a:rPr lang="ru-RU" sz="2400" dirty="0" err="1"/>
              <a:t>глобална</a:t>
            </a:r>
            <a:r>
              <a:rPr lang="ru-RU" sz="2400" dirty="0"/>
              <a:t> </a:t>
            </a:r>
            <a:r>
              <a:rPr lang="ru-RU" sz="2400" dirty="0" err="1"/>
              <a:t>компютърна</a:t>
            </a:r>
            <a:r>
              <a:rPr lang="ru-RU" sz="2400" dirty="0"/>
              <a:t> мрежа, </a:t>
            </a:r>
            <a:r>
              <a:rPr lang="ru-RU" sz="2400" dirty="0" err="1"/>
              <a:t>която</a:t>
            </a:r>
            <a:r>
              <a:rPr lang="ru-RU" sz="2400" dirty="0"/>
              <a:t> </a:t>
            </a:r>
            <a:r>
              <a:rPr lang="ru-RU" sz="2400" dirty="0" err="1"/>
              <a:t>използва</a:t>
            </a:r>
            <a:r>
              <a:rPr lang="ru-RU" sz="2400" dirty="0"/>
              <a:t> </a:t>
            </a:r>
            <a:r>
              <a:rPr lang="ru-RU" sz="2400" dirty="0" err="1"/>
              <a:t>високоскоростни</a:t>
            </a:r>
            <a:r>
              <a:rPr lang="ru-RU" sz="2400" dirty="0"/>
              <a:t>, </a:t>
            </a:r>
            <a:r>
              <a:rPr lang="ru-RU" sz="2400" dirty="0" err="1"/>
              <a:t>далечни</a:t>
            </a:r>
            <a:r>
              <a:rPr lang="ru-RU" sz="2400" dirty="0"/>
              <a:t> </a:t>
            </a:r>
            <a:r>
              <a:rPr lang="ru-RU" sz="2400" dirty="0" err="1"/>
              <a:t>комуникации</a:t>
            </a:r>
            <a:r>
              <a:rPr lang="ru-RU" sz="2400" dirty="0"/>
              <a:t> или </a:t>
            </a:r>
            <a:r>
              <a:rPr lang="ru-RU" sz="2400" dirty="0" err="1"/>
              <a:t>спътници</a:t>
            </a:r>
            <a:r>
              <a:rPr lang="ru-RU" sz="2400" dirty="0"/>
              <a:t>, за да </a:t>
            </a:r>
            <a:r>
              <a:rPr lang="ru-RU" sz="2400" dirty="0" err="1"/>
              <a:t>свърже</a:t>
            </a:r>
            <a:r>
              <a:rPr lang="ru-RU" sz="2400" dirty="0"/>
              <a:t> ком- </a:t>
            </a:r>
            <a:r>
              <a:rPr lang="ru-RU" sz="2400" dirty="0" err="1"/>
              <a:t>пютри</a:t>
            </a:r>
            <a:r>
              <a:rPr lang="ru-RU" sz="2400" dirty="0"/>
              <a:t>, </a:t>
            </a:r>
            <a:r>
              <a:rPr lang="ru-RU" sz="2400" dirty="0" err="1"/>
              <a:t>намиращи</a:t>
            </a:r>
            <a:r>
              <a:rPr lang="ru-RU" sz="2400" dirty="0"/>
              <a:t> се в </a:t>
            </a:r>
            <a:r>
              <a:rPr lang="ru-RU" sz="2400" dirty="0" err="1"/>
              <a:t>различни</a:t>
            </a:r>
            <a:r>
              <a:rPr lang="ru-RU" sz="2400" dirty="0"/>
              <a:t> </a:t>
            </a:r>
            <a:r>
              <a:rPr lang="ru-RU" sz="2400" dirty="0" err="1"/>
              <a:t>географски</a:t>
            </a:r>
            <a:r>
              <a:rPr lang="ru-RU" sz="2400" dirty="0"/>
              <a:t> точки.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xmlns="" id="{29C1FD5F-83DC-0C58-2923-20B4AB6CF144}"/>
              </a:ext>
            </a:extLst>
          </p:cNvPr>
          <p:cNvSpPr/>
          <p:nvPr/>
        </p:nvSpPr>
        <p:spPr>
          <a:xfrm>
            <a:off x="998290" y="4281409"/>
            <a:ext cx="9295892" cy="1417739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SAN (Storage Area Network) – мрежа за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съхранение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на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данни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която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се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използва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за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свързване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на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големи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масиви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от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данни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към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групирани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сървъри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98620278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3085DD0-DB4B-3260-6A5E-422937757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200" dirty="0">
                <a:latin typeface="Arial" panose="020B0604020202020204" pitchFamily="34" charset="0"/>
                <a:cs typeface="Arial" panose="020B0604020202020204" pitchFamily="34" charset="0"/>
              </a:rPr>
              <a:t>Видове мрежи според собственост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C6F7268-BE0E-D328-45F3-FA6A03BE5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Обществена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открита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за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ползване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от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всички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потребители мрежа.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Може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да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обхваща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даден регион,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държава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или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целия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свят.</a:t>
            </a:r>
          </a:p>
          <a:p>
            <a:pPr algn="just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Корпоративна – затворена мрежа,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която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се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ползва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само от служители на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корпорацията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Домашна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свързани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в мрежа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уреди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с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вградени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компютри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които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формират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инфраструктурата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на дома.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9805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C8F8C4E-70E3-3A73-2C79-E16BC475D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200" dirty="0">
                <a:latin typeface="Arial" panose="020B0604020202020204" pitchFamily="34" charset="0"/>
                <a:cs typeface="Arial" panose="020B0604020202020204" pitchFamily="34" charset="0"/>
              </a:rPr>
              <a:t>Видове мрежи според типа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F0DB76C-A99C-B759-AC8E-4A4E883838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Хетерогенна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мрежа – мрежа, в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която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работят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разнотипни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системи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от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различни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производители.</a:t>
            </a:r>
          </a:p>
          <a:p>
            <a:pPr algn="just"/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Хомогенна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мрежа – мрежа, в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която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работят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системи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от един и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същ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тип.</a:t>
            </a:r>
          </a:p>
          <a:p>
            <a:pPr algn="just"/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Универсални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реализират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разнообразни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приложни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процеси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Специализирани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реализират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еднотипни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приложни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процеси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8353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D5318E6-922E-6ADF-1964-7015C5FC9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IP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DFC1353-DA0B-DCF8-1BDF-8321103673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IP (Internet Protocol) e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дейтаграмен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мрежов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протокол,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осигуряващ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несвързано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мрежово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обслужване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. IP е протокол,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който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осигурява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маршрутизирането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на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дейтаграмите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от адреса-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източник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до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целевия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адрес, без да носи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отговорност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за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достоверността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на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преноса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на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информацията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и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отстраняването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на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възникнали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при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предаването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грешки.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Протоколът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поддържа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йерархична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адресна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логика и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осигурява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глобален обмен на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еднопосочни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съобщения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дейтаграми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7217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9991A47-D0F8-A8C0-D586-71F49F0D5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200" dirty="0">
                <a:latin typeface="Arial" panose="020B0604020202020204" pitchFamily="34" charset="0"/>
                <a:cs typeface="Arial" panose="020B0604020202020204" pitchFamily="34" charset="0"/>
              </a:rPr>
              <a:t>Структура на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IP </a:t>
            </a:r>
            <a:r>
              <a:rPr lang="bg-BG" sz="3200" dirty="0">
                <a:latin typeface="Arial" panose="020B0604020202020204" pitchFamily="34" charset="0"/>
                <a:cs typeface="Arial" panose="020B0604020202020204" pitchFamily="34" charset="0"/>
              </a:rPr>
              <a:t>адреси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5143CCD-F746-9431-AD6A-9969A9B69E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Адресната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логика на протокол IP е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йерархична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Адресното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поле на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протоколната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спецификация е 32-битово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като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са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дефинирани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3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базови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формата (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класове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адреси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A, B, и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C. 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Всеки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клас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се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интерпретира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и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използва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за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адресиране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в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условията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на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различни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по структура и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размерност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мрежови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конфигурации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0025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E93294C-40C5-31C5-D2C2-F59B3B06C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xmlns="" id="{39D12E54-5ABD-EBE1-4FB7-B10BCE32A4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02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0D633C8-8D4D-B4C8-EB57-BF7F72C5E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200" dirty="0">
                <a:latin typeface="Arial" panose="020B0604020202020204" pitchFamily="34" charset="0"/>
                <a:cs typeface="Arial" panose="020B0604020202020204" pitchFamily="34" charset="0"/>
              </a:rPr>
              <a:t>Класово и безкласово адресиране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FE8E6ED-2ABC-ED3F-238A-6DE5D9306F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189528"/>
            <a:ext cx="9705250" cy="4404220"/>
          </a:xfrm>
        </p:spPr>
        <p:txBody>
          <a:bodyPr>
            <a:noAutofit/>
          </a:bodyPr>
          <a:lstStyle/>
          <a:p>
            <a:pPr algn="just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За да получи IP адрес, дадено устройство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трябва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да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отговаря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на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поне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от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следните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три условия: 1.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използва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се за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достъп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към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други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устройства от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мрежата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, 2.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използва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се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като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разпределен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мрежов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ресурс, 3.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може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да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бъде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мрежово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управлявано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Организацията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която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определя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правилата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управлява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технологично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присвояването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на Интернет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адреси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е IANA (Internet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Assigned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Number Authority).</a:t>
            </a:r>
          </a:p>
          <a:p>
            <a:pPr algn="just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Характерно в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концепцията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на IP-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адресирането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е, че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всеки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адрес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съдържа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маршрутизираща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информация за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мрежата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към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която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принадлежи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специфицирания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хост.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4818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D4BC351-312D-B8F2-3F76-DA54646FD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200" dirty="0">
                <a:latin typeface="Arial" panose="020B0604020202020204" pitchFamily="34" charset="0"/>
                <a:cs typeface="Arial" panose="020B0604020202020204" pitchFamily="34" charset="0"/>
              </a:rPr>
              <a:t>Клас </a:t>
            </a:r>
            <a:r>
              <a:rPr lang="en-GB" sz="32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50F1C01-02B9-0BFD-8FAA-BF5786138A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Мрежовата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част е 8 бита, 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частта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устройство - 24 бита.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Стойността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на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първия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октет е между 1 и 126. В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двоичен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код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първият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му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бит е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винаги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е 0.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Останалите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7 бита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указват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мрежовия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идентификатор. 0 и 127 не се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използват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, на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разположение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са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126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мрежови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адреса. За идентификатор на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мрежово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устройство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са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предвидени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24 бита, т.е. до 16777216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уникални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мрежови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устройства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могат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да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бъдат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подключени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едновременно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6104358"/>
      </p:ext>
    </p:extLst>
  </p:cSld>
  <p:clrMapOvr>
    <a:masterClrMapping/>
  </p:clrMapOvr>
  <p:transition spd="slow">
    <p:wheel spokes="1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C79FE40-0A2B-A33D-56E3-8E4AAA9B0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200" dirty="0">
                <a:latin typeface="Arial" panose="020B0604020202020204" pitchFamily="34" charset="0"/>
                <a:cs typeface="Arial" panose="020B0604020202020204" pitchFamily="34" charset="0"/>
              </a:rPr>
              <a:t>Клас </a:t>
            </a:r>
            <a:r>
              <a:rPr lang="en-GB" sz="3200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A716BD3-5FFB-0607-B8EE-585C67017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Мрежовата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част е 16 бита, 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частта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устройство - 16 бита.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Стойността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на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първия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октет е между 128 и 191.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Това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позволява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адресирането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на до 16384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уникални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мрежи, всяка от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които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съдържаща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до 65534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уникални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мрежови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устройства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едновременно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Първите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два знака на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първия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октет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са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10.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Останалите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14 бита определят уникален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мрежов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адрес.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Общият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брой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мрежи се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пресмятат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като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214 = 16 384; За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идентификацията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на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мрежовите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устройства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са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предвидени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16 бита, т.е. 65536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възможности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като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2 от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тях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са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резервирани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адреси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за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служебно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ползване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от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системата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. На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разположение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са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65534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уникални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адреса на устройства в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мрежата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024361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9CE8A07-70C0-D204-C280-AD9389244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200" dirty="0">
                <a:latin typeface="Arial" panose="020B0604020202020204" pitchFamily="34" charset="0"/>
                <a:cs typeface="Arial" panose="020B0604020202020204" pitchFamily="34" charset="0"/>
              </a:rPr>
              <a:t>Клас </a:t>
            </a:r>
            <a:r>
              <a:rPr lang="en-GB" sz="32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05D143C-20C6-1882-D79B-F2B31EE084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Мрежовата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част е 24 бита, а за устройство - 8 бита.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Стойността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на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първия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октет е между 192 и 223.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Това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позволява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адресирането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на до 2 097 152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уникални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мрежи, всяка от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които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съдържаща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до 254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уникални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мрежови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устройства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подключени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едновременно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Първите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три знака на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първия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октет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са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110.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Останалите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21 бита определят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броя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на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уникалните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мрежови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адреси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- 2 097 152. За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идентифициране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на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мрежовите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устройства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са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предвидени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8 бита, т.е. 256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възможности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като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2 от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тях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са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резервирани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адреси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за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служебно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ползване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от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системата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. На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разположение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са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254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уникални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адреса на устройства в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мрежата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856588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C2ED771-7DDB-DBCD-9175-B699CB68A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200" dirty="0">
                <a:latin typeface="Arial" panose="020B0604020202020204" pitchFamily="34" charset="0"/>
                <a:cs typeface="Arial" panose="020B0604020202020204" pitchFamily="34" charset="0"/>
              </a:rPr>
              <a:t>Клас</a:t>
            </a:r>
            <a:r>
              <a:rPr lang="en-GB" sz="3200" dirty="0">
                <a:latin typeface="Arial" panose="020B0604020202020204" pitchFamily="34" charset="0"/>
                <a:cs typeface="Arial" panose="020B0604020202020204" pitchFamily="34" charset="0"/>
              </a:rPr>
              <a:t> D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4C7953E-AC4E-DE87-DA10-B0921389D7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Адресите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от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този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клас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са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резервирани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за множествен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достъп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multicast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) и не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могат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да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бъдат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присвоявани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на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индивидуални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мрежови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устройства.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Стойността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на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първия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октет е между 224 и 239. В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двоичен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вид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първия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октет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винаги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започва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с 1110.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Останалите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28 бита се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използват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за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идентифициране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на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съответната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група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за множествен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достъп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643658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5AC7E8F-754C-67BE-D049-8E6F97116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200" dirty="0">
                <a:latin typeface="Arial" panose="020B0604020202020204" pitchFamily="34" charset="0"/>
                <a:cs typeface="Arial" panose="020B0604020202020204" pitchFamily="34" charset="0"/>
              </a:rPr>
              <a:t>Клас</a:t>
            </a:r>
            <a:r>
              <a:rPr lang="en-GB" sz="3200" dirty="0">
                <a:latin typeface="Arial" panose="020B0604020202020204" pitchFamily="34" charset="0"/>
                <a:cs typeface="Arial" panose="020B0604020202020204" pitchFamily="34" charset="0"/>
              </a:rPr>
              <a:t> E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33A2F1F-C1EF-DB80-E051-4ECBD43D55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Адресите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от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този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клас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са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експериментални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и не се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използват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за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публични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цели.. Те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са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резервирани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за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бъдещи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приложения.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Стойността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на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първия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октет е между 240 и 255. В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двоичен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вид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първия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октет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винаги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започва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с 11110.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334370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006EBBE-75C0-EEA6-898D-4B2DA4248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Мрежови маски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BBCF296-0016-5A82-6600-E1E9427740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ru-RU" dirty="0"/>
              <a:t>Те определят кои </a:t>
            </a:r>
            <a:r>
              <a:rPr lang="ru-RU" dirty="0" err="1"/>
              <a:t>битове</a:t>
            </a:r>
            <a:r>
              <a:rPr lang="ru-RU" dirty="0"/>
              <a:t> от IP-адреса </a:t>
            </a:r>
            <a:r>
              <a:rPr lang="ru-RU" dirty="0" err="1"/>
              <a:t>дефинират</a:t>
            </a:r>
            <a:r>
              <a:rPr lang="ru-RU" dirty="0"/>
              <a:t> </a:t>
            </a:r>
            <a:r>
              <a:rPr lang="ru-RU" dirty="0" err="1"/>
              <a:t>мрежовата</a:t>
            </a:r>
            <a:r>
              <a:rPr lang="ru-RU" dirty="0"/>
              <a:t> част и кои </a:t>
            </a:r>
            <a:r>
              <a:rPr lang="ru-RU" dirty="0" err="1"/>
              <a:t>указват</a:t>
            </a:r>
            <a:r>
              <a:rPr lang="ru-RU" dirty="0"/>
              <a:t> адреса. </a:t>
            </a:r>
            <a:r>
              <a:rPr lang="ru-RU" dirty="0" err="1"/>
              <a:t>Големината</a:t>
            </a:r>
            <a:r>
              <a:rPr lang="ru-RU" dirty="0"/>
              <a:t> на </a:t>
            </a:r>
            <a:r>
              <a:rPr lang="ru-RU" dirty="0" err="1"/>
              <a:t>мрежовата</a:t>
            </a:r>
            <a:r>
              <a:rPr lang="ru-RU" dirty="0"/>
              <a:t> маска е </a:t>
            </a:r>
            <a:r>
              <a:rPr lang="ru-RU" dirty="0" err="1"/>
              <a:t>също</a:t>
            </a:r>
            <a:r>
              <a:rPr lang="ru-RU" dirty="0"/>
              <a:t> 32 бита. </a:t>
            </a:r>
            <a:r>
              <a:rPr lang="ru-RU" dirty="0" err="1"/>
              <a:t>Обособени</a:t>
            </a:r>
            <a:r>
              <a:rPr lang="ru-RU" dirty="0"/>
              <a:t> </a:t>
            </a:r>
            <a:r>
              <a:rPr lang="ru-RU" dirty="0" err="1"/>
              <a:t>са</a:t>
            </a:r>
            <a:r>
              <a:rPr lang="ru-RU" dirty="0"/>
              <a:t> </a:t>
            </a:r>
            <a:r>
              <a:rPr lang="ru-RU" dirty="0" err="1"/>
              <a:t>мрежови</a:t>
            </a:r>
            <a:r>
              <a:rPr lang="ru-RU" dirty="0"/>
              <a:t> маски по </a:t>
            </a:r>
            <a:r>
              <a:rPr lang="ru-RU" dirty="0" err="1"/>
              <a:t>подразбиране</a:t>
            </a:r>
            <a:r>
              <a:rPr lang="ru-RU" dirty="0"/>
              <a:t> </a:t>
            </a:r>
            <a:r>
              <a:rPr lang="ru-RU" dirty="0" err="1"/>
              <a:t>според</a:t>
            </a:r>
            <a:r>
              <a:rPr lang="ru-RU" dirty="0"/>
              <a:t> </a:t>
            </a:r>
            <a:r>
              <a:rPr lang="ru-RU" dirty="0" err="1"/>
              <a:t>класа</a:t>
            </a:r>
            <a:r>
              <a:rPr lang="ru-RU" dirty="0"/>
              <a:t> на </a:t>
            </a:r>
            <a:r>
              <a:rPr lang="ru-RU" dirty="0" err="1"/>
              <a:t>използваната</a:t>
            </a:r>
            <a:r>
              <a:rPr lang="ru-RU" dirty="0"/>
              <a:t> мрежа. Те </a:t>
            </a:r>
            <a:r>
              <a:rPr lang="ru-RU" dirty="0" err="1"/>
              <a:t>са</a:t>
            </a:r>
            <a:r>
              <a:rPr lang="ru-RU" dirty="0"/>
              <a:t>: </a:t>
            </a:r>
            <a:r>
              <a:rPr lang="ru-RU" dirty="0" err="1"/>
              <a:t>клас</a:t>
            </a:r>
            <a:r>
              <a:rPr lang="ru-RU" dirty="0"/>
              <a:t> A - 255.0.0.0; </a:t>
            </a:r>
            <a:r>
              <a:rPr lang="ru-RU" dirty="0" err="1"/>
              <a:t>клас</a:t>
            </a:r>
            <a:r>
              <a:rPr lang="ru-RU" dirty="0"/>
              <a:t> B - 255.255.0.0; </a:t>
            </a:r>
            <a:r>
              <a:rPr lang="ru-RU" dirty="0" err="1"/>
              <a:t>клас</a:t>
            </a:r>
            <a:r>
              <a:rPr lang="ru-RU" dirty="0"/>
              <a:t> C - 255.255.255.0 и т.н.</a:t>
            </a:r>
          </a:p>
          <a:p>
            <a:pPr algn="just"/>
            <a:r>
              <a:rPr lang="ru-RU" dirty="0" err="1"/>
              <a:t>Безкласово</a:t>
            </a:r>
            <a:r>
              <a:rPr lang="ru-RU" dirty="0"/>
              <a:t> </a:t>
            </a:r>
            <a:r>
              <a:rPr lang="ru-RU" dirty="0" err="1"/>
              <a:t>рутиране</a:t>
            </a:r>
            <a:r>
              <a:rPr lang="ru-RU" dirty="0"/>
              <a:t> между </a:t>
            </a:r>
            <a:r>
              <a:rPr lang="ru-RU" dirty="0" err="1"/>
              <a:t>домейни</a:t>
            </a:r>
            <a:r>
              <a:rPr lang="ru-RU" dirty="0"/>
              <a:t> - при него не се </a:t>
            </a:r>
            <a:r>
              <a:rPr lang="ru-RU" dirty="0" err="1"/>
              <a:t>осъществява</a:t>
            </a:r>
            <a:r>
              <a:rPr lang="ru-RU" dirty="0"/>
              <a:t> </a:t>
            </a:r>
            <a:r>
              <a:rPr lang="ru-RU" dirty="0" err="1"/>
              <a:t>рутиране</a:t>
            </a:r>
            <a:r>
              <a:rPr lang="ru-RU" dirty="0"/>
              <a:t> между </a:t>
            </a:r>
            <a:r>
              <a:rPr lang="ru-RU" dirty="0" err="1"/>
              <a:t>отделните</a:t>
            </a:r>
            <a:r>
              <a:rPr lang="ru-RU" dirty="0"/>
              <a:t> мрежи. </a:t>
            </a:r>
            <a:r>
              <a:rPr lang="ru-RU" dirty="0" err="1"/>
              <a:t>Маршрутизацията</a:t>
            </a:r>
            <a:r>
              <a:rPr lang="ru-RU" dirty="0"/>
              <a:t> между </a:t>
            </a:r>
            <a:r>
              <a:rPr lang="ru-RU" dirty="0" err="1"/>
              <a:t>тях</a:t>
            </a:r>
            <a:r>
              <a:rPr lang="ru-RU" dirty="0"/>
              <a:t> се </a:t>
            </a:r>
            <a:r>
              <a:rPr lang="ru-RU" dirty="0" err="1"/>
              <a:t>съгласува</a:t>
            </a:r>
            <a:r>
              <a:rPr lang="ru-RU" dirty="0"/>
              <a:t> </a:t>
            </a:r>
            <a:r>
              <a:rPr lang="ru-RU" dirty="0" err="1"/>
              <a:t>като</a:t>
            </a:r>
            <a:r>
              <a:rPr lang="ru-RU" dirty="0"/>
              <a:t> се </a:t>
            </a:r>
            <a:r>
              <a:rPr lang="ru-RU" dirty="0" err="1"/>
              <a:t>използват</a:t>
            </a:r>
            <a:r>
              <a:rPr lang="ru-RU" dirty="0"/>
              <a:t> </a:t>
            </a:r>
            <a:r>
              <a:rPr lang="ru-RU" dirty="0" err="1"/>
              <a:t>битовете</a:t>
            </a:r>
            <a:r>
              <a:rPr lang="ru-RU" dirty="0"/>
              <a:t> от </a:t>
            </a:r>
            <a:r>
              <a:rPr lang="ru-RU" dirty="0" err="1"/>
              <a:t>по-висок</a:t>
            </a:r>
            <a:r>
              <a:rPr lang="ru-RU" dirty="0"/>
              <a:t> </a:t>
            </a:r>
            <a:r>
              <a:rPr lang="ru-RU" dirty="0" err="1"/>
              <a:t>ред</a:t>
            </a:r>
            <a:r>
              <a:rPr lang="ru-RU" dirty="0"/>
              <a:t> в IP-адреса (</a:t>
            </a:r>
            <a:r>
              <a:rPr lang="ru-RU" dirty="0" err="1"/>
              <a:t>т.нар</a:t>
            </a:r>
            <a:r>
              <a:rPr lang="ru-RU" dirty="0"/>
              <a:t>. IP-префикс).</a:t>
            </a:r>
          </a:p>
        </p:txBody>
      </p:sp>
    </p:spTree>
    <p:extLst>
      <p:ext uri="{BB962C8B-B14F-4D97-AF65-F5344CB8AC3E}">
        <p14:creationId xmlns:p14="http://schemas.microsoft.com/office/powerpoint/2010/main" val="2589233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389ADF5-1BF4-59EB-19BA-BCDF7D2EA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dirty="0">
                <a:latin typeface="Arial" panose="020B0604020202020204" pitchFamily="34" charset="0"/>
                <a:cs typeface="Arial" panose="020B0604020202020204" pitchFamily="34" charset="0"/>
              </a:rPr>
              <a:t>VPN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B946FCE-178E-809C-93C5-845FAF8D79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Виртуална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частна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мрежа или VPN (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virtual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private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network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) е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компютърна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мрежа, логически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изградена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чрез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криптиране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използваща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физическата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и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програмна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инфраструктура на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по-голяма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обществена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мрежа, най-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често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Интернет.</a:t>
            </a:r>
          </a:p>
          <a:p>
            <a:pPr algn="just"/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Съществуват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3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основни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приложения на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виртуалните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частни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мрежи —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прехвърляне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на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работата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аутсоурсинг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) по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отдалечен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достъп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разширени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интранет мрежи и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разширени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екстранет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мрежи.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Спестяванията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които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се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постигат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със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замяната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на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няколкостотин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наети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линии с VPN мрежи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достигат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до 75-80%.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Виртуалните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частни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мрежи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обикновено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криптират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трафика между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отделните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хостове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в Интернет и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така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допринасят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за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информационната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сигурност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на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използващите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ги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организации.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8486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88BC1E3-76C8-9FFC-AC93-BE9043C2B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>
                <a:latin typeface="Arial" panose="020B0604020202020204" pitchFamily="34" charset="0"/>
                <a:cs typeface="Arial" panose="020B0604020202020204" pitchFamily="34" charset="0"/>
              </a:rPr>
              <a:t>MAC </a:t>
            </a:r>
            <a:r>
              <a:rPr lang="bg-BG" sz="3200" dirty="0">
                <a:latin typeface="Arial" panose="020B0604020202020204" pitchFamily="34" charset="0"/>
                <a:cs typeface="Arial" panose="020B0604020202020204" pitchFamily="34" charset="0"/>
              </a:rPr>
              <a:t>адреси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9A33231-ECF2-0835-270A-E140D6D31F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Media Access Control адрес или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накратко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MAC адрес е уникален идентификатор на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всеки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мрежови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адаптер.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Използва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се в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едноименния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протокол Media Access Control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protocol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който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е част от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каналния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слой на OSI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модела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. MAC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адресите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се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използват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при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повечето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мрежови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технологии,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базиращи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се на IEEE 802 стандарта, напр. Ethernet,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Wi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-Fi и Bluetooth.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При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изписване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представлява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дванадесет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символа в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шестнадесетична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бройна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система.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Пример: 00-17-31-9B-00-7E</a:t>
            </a:r>
          </a:p>
        </p:txBody>
      </p:sp>
    </p:spTree>
    <p:extLst>
      <p:ext uri="{BB962C8B-B14F-4D97-AF65-F5344CB8AC3E}">
        <p14:creationId xmlns:p14="http://schemas.microsoft.com/office/powerpoint/2010/main" val="3352837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D788B94-E98B-3563-1182-2E21AFB1D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MAC </a:t>
            </a:r>
            <a:r>
              <a:rPr lang="bg-BG" sz="3200" dirty="0">
                <a:latin typeface="Arial" panose="020B0604020202020204" pitchFamily="34" charset="0"/>
                <a:cs typeface="Arial" panose="020B0604020202020204" pitchFamily="34" charset="0"/>
              </a:rPr>
              <a:t>адреси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2283E3A-3CB2-0207-7774-76A4B52E7E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Първите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шест символа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дават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информация за производителя на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хардуера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, 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останалите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шест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са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уникални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и се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предполага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, че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няма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два адаптера с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еднакъв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MAC адрес. Много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често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изглежда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така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– 6 символа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име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на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производител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следвано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от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останалите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6 символа.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Пример: за Cisco EC:4C:42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MAC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адресът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се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използва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от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комутаторите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суичовете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) за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определяне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на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пътя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, по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който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да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минават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пакетите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информация, за да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достигнат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крайната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точка.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4441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1F94692-F9B9-88A7-F73E-6F3896C21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Тест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558042D-F191-4103-E0CB-F6D7F54FB7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dirty="0"/>
              <a:t>Научихте ли какво е </a:t>
            </a:r>
            <a:r>
              <a:rPr lang="en-GB" dirty="0"/>
              <a:t>IP </a:t>
            </a:r>
            <a:r>
              <a:rPr lang="bg-BG" dirty="0"/>
              <a:t>адрес</a:t>
            </a:r>
            <a:r>
              <a:rPr lang="en-GB" dirty="0"/>
              <a:t> </a:t>
            </a:r>
            <a:r>
              <a:rPr lang="bg-BG" dirty="0"/>
              <a:t>и как се определя класа му</a:t>
            </a:r>
            <a:r>
              <a:rPr lang="en-GB" dirty="0"/>
              <a:t>?</a:t>
            </a:r>
          </a:p>
          <a:p>
            <a:endParaRPr lang="en-GB" dirty="0"/>
          </a:p>
          <a:p>
            <a:r>
              <a:rPr lang="bg-BG" dirty="0"/>
              <a:t>Разбрахте ли защо е измислена първата компютърна мрежа</a:t>
            </a:r>
            <a:r>
              <a:rPr lang="en-GB" dirty="0"/>
              <a:t>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4551932"/>
      </p:ext>
    </p:extLst>
  </p:cSld>
  <p:clrMapOvr>
    <a:masterClrMapping/>
  </p:clrMapOvr>
  <p:transition spd="slow">
    <p:push dir="u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5739987-19CC-1E9A-5BA3-E32BA85AC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200" dirty="0">
                <a:latin typeface="Arial" panose="020B0604020202020204" pitchFamily="34" charset="0"/>
                <a:cs typeface="Arial" panose="020B0604020202020204" pitchFamily="34" charset="0"/>
              </a:rPr>
              <a:t>Източници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5F0EAF0-8FA8-1983-A79F-1D4146EFF9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Wikipedia</a:t>
            </a:r>
            <a:endParaRPr lang="bg-B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  <a:t>Учебник за дистанционно обучение Милев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FBCD4E46-D685-A228-B00C-CE863545CAC2}"/>
              </a:ext>
            </a:extLst>
          </p:cNvPr>
          <p:cNvSpPr txBox="1"/>
          <p:nvPr/>
        </p:nvSpPr>
        <p:spPr>
          <a:xfrm>
            <a:off x="8901609" y="5793576"/>
            <a:ext cx="27851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1200" dirty="0"/>
              <a:t>Изготвил</a:t>
            </a:r>
            <a:r>
              <a:rPr lang="en-GB" sz="1200" dirty="0"/>
              <a:t>: </a:t>
            </a:r>
            <a:r>
              <a:rPr lang="bg-BG" sz="1200" dirty="0"/>
              <a:t>Кристиян Стефанов 12д №16</a:t>
            </a:r>
            <a:endParaRPr lang="en-US" sz="1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899CCC15-FD8D-B7AB-30A5-76488D8C3A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4968" y="3972923"/>
            <a:ext cx="4582064" cy="2574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06503"/>
      </p:ext>
    </p:extLst>
  </p:cSld>
  <p:clrMapOvr>
    <a:masterClrMapping/>
  </p:clrMapOvr>
</p:sld>
</file>

<file path=ppt/theme/theme1.xml><?xml version="1.0" encoding="utf-8"?>
<a:theme xmlns:a="http://schemas.openxmlformats.org/drawingml/2006/main" name="Tech Newsletter Dark blue variant by Slidesgo">
  <a:themeElements>
    <a:clrScheme name="Simple Light">
      <a:dk1>
        <a:srgbClr val="AAFFEE"/>
      </a:dk1>
      <a:lt1>
        <a:srgbClr val="05214A"/>
      </a:lt1>
      <a:dk2>
        <a:srgbClr val="00FFCD"/>
      </a:dk2>
      <a:lt2>
        <a:srgbClr val="FFFFFF"/>
      </a:lt2>
      <a:accent1>
        <a:srgbClr val="98FFEA"/>
      </a:accent1>
      <a:accent2>
        <a:srgbClr val="62F8DA"/>
      </a:accent2>
      <a:accent3>
        <a:srgbClr val="28497A"/>
      </a:accent3>
      <a:accent4>
        <a:srgbClr val="1A4079"/>
      </a:accent4>
      <a:accent5>
        <a:srgbClr val="041B3D"/>
      </a:accent5>
      <a:accent6>
        <a:srgbClr val="092A5C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_Tech Newsletter Dark blue variant by Slidesgo">
  <a:themeElements>
    <a:clrScheme name="Simple Light">
      <a:dk1>
        <a:srgbClr val="AAFFEE"/>
      </a:dk1>
      <a:lt1>
        <a:srgbClr val="05214A"/>
      </a:lt1>
      <a:dk2>
        <a:srgbClr val="00FFCD"/>
      </a:dk2>
      <a:lt2>
        <a:srgbClr val="FFFFFF"/>
      </a:lt2>
      <a:accent1>
        <a:srgbClr val="98FFEA"/>
      </a:accent1>
      <a:accent2>
        <a:srgbClr val="62F8DA"/>
      </a:accent2>
      <a:accent3>
        <a:srgbClr val="28497A"/>
      </a:accent3>
      <a:accent4>
        <a:srgbClr val="1A4079"/>
      </a:accent4>
      <a:accent5>
        <a:srgbClr val="041B3D"/>
      </a:accent5>
      <a:accent6>
        <a:srgbClr val="092A5C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2_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3_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 Newsletter Dark blue variant by Slidesgo</Template>
  <TotalTime>387</TotalTime>
  <Words>1692</Words>
  <Application>Microsoft Office PowerPoint</Application>
  <PresentationFormat>Custom</PresentationFormat>
  <Paragraphs>89</Paragraphs>
  <Slides>29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7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Tech Newsletter Dark blue variant by Slidesgo</vt:lpstr>
      <vt:lpstr>SlidesGo Final Pages</vt:lpstr>
      <vt:lpstr>1_Slidesgo Final Pages</vt:lpstr>
      <vt:lpstr>1_Tech Newsletter Dark blue variant by Slidesgo</vt:lpstr>
      <vt:lpstr>2_SlidesGo Final Pages</vt:lpstr>
      <vt:lpstr>3_Slidesgo Final Pages</vt:lpstr>
      <vt:lpstr>Berlin</vt:lpstr>
      <vt:lpstr>Компютърни мрежи</vt:lpstr>
      <vt:lpstr>Съдържание</vt:lpstr>
      <vt:lpstr>Глобална компютърна мрежа</vt:lpstr>
      <vt:lpstr>Глобална компютърна мрежа</vt:lpstr>
      <vt:lpstr>Глобална компютърна мрежа</vt:lpstr>
      <vt:lpstr>Принципи на компютърната мрежа</vt:lpstr>
      <vt:lpstr>Мрежовата карта</vt:lpstr>
      <vt:lpstr>Мрежови софтуер</vt:lpstr>
      <vt:lpstr>Сървър</vt:lpstr>
      <vt:lpstr>Клиент</vt:lpstr>
      <vt:lpstr>Видове мрежи според обхвата</vt:lpstr>
      <vt:lpstr>Видове мрежи според обхвата</vt:lpstr>
      <vt:lpstr>Видове мрежи според собственост</vt:lpstr>
      <vt:lpstr>Видове мрежи според типа</vt:lpstr>
      <vt:lpstr>IP</vt:lpstr>
      <vt:lpstr>Структура на IP адреси</vt:lpstr>
      <vt:lpstr>PowerPoint Presentation</vt:lpstr>
      <vt:lpstr>Класово и безкласово адресиране</vt:lpstr>
      <vt:lpstr>Клас A</vt:lpstr>
      <vt:lpstr>Клас B</vt:lpstr>
      <vt:lpstr>Клас C</vt:lpstr>
      <vt:lpstr>Клас D</vt:lpstr>
      <vt:lpstr>Клас E</vt:lpstr>
      <vt:lpstr>Мрежови маски</vt:lpstr>
      <vt:lpstr>VPN</vt:lpstr>
      <vt:lpstr>MAC адреси</vt:lpstr>
      <vt:lpstr>MAC адреси</vt:lpstr>
      <vt:lpstr>Тест</vt:lpstr>
      <vt:lpstr>Източници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Компютърни мрежи</dc:title>
  <dc:creator>Кристиян К. Стефанов</dc:creator>
  <cp:lastModifiedBy>PC-0</cp:lastModifiedBy>
  <cp:revision>7</cp:revision>
  <dcterms:created xsi:type="dcterms:W3CDTF">2022-12-14T17:36:22Z</dcterms:created>
  <dcterms:modified xsi:type="dcterms:W3CDTF">2022-12-20T08:20:10Z</dcterms:modified>
</cp:coreProperties>
</file>