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72" r:id="rId9"/>
    <p:sldId id="260" r:id="rId10"/>
    <p:sldId id="261" r:id="rId11"/>
    <p:sldId id="259" r:id="rId12"/>
    <p:sldId id="269" r:id="rId13"/>
    <p:sldId id="275" r:id="rId14"/>
    <p:sldId id="270" r:id="rId15"/>
    <p:sldId id="271" r:id="rId16"/>
    <p:sldId id="262" r:id="rId17"/>
    <p:sldId id="263" r:id="rId18"/>
    <p:sldId id="276" r:id="rId19"/>
    <p:sldId id="274" r:id="rId20"/>
  </p:sldIdLst>
  <p:sldSz cx="12192000" cy="6858000"/>
  <p:notesSz cx="6858000" cy="9144000"/>
  <p:defaultTextStyle>
    <a:defPPr rtl="0">
      <a:defRPr lang="bg-BG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A152DE-3F07-402D-BEA6-1E1D655814F5}" v="217" dt="2022-12-20T20:01:09.132"/>
    <p1510:client id="{716CAE44-23D4-458D-8856-6D5ACA247D93}" v="631" dt="2022-12-20T19:33:27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>
        <p:scale>
          <a:sx n="81" d="100"/>
          <a:sy n="81" d="100"/>
        </p:scale>
        <p:origin x="-17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8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sroom Idk" userId="7b20e91ab7e251c8" providerId="Windows Live" clId="Web-{3AA152DE-3F07-402D-BEA6-1E1D655814F5}"/>
    <pc:docChg chg="addSld modSld">
      <pc:chgData name="Mcsroom Idk" userId="7b20e91ab7e251c8" providerId="Windows Live" clId="Web-{3AA152DE-3F07-402D-BEA6-1E1D655814F5}" dt="2022-12-20T20:01:09.132" v="209" actId="14100"/>
      <pc:docMkLst>
        <pc:docMk/>
      </pc:docMkLst>
      <pc:sldChg chg="modSp">
        <pc:chgData name="Mcsroom Idk" userId="7b20e91ab7e251c8" providerId="Windows Live" clId="Web-{3AA152DE-3F07-402D-BEA6-1E1D655814F5}" dt="2022-12-20T19:57:04.658" v="208" actId="20577"/>
        <pc:sldMkLst>
          <pc:docMk/>
          <pc:sldMk cId="2332939955" sldId="257"/>
        </pc:sldMkLst>
        <pc:spChg chg="mod">
          <ac:chgData name="Mcsroom Idk" userId="7b20e91ab7e251c8" providerId="Windows Live" clId="Web-{3AA152DE-3F07-402D-BEA6-1E1D655814F5}" dt="2022-12-20T19:57:04.658" v="208" actId="20577"/>
          <ac:spMkLst>
            <pc:docMk/>
            <pc:sldMk cId="2332939955" sldId="257"/>
            <ac:spMk id="2" creationId="{AA635211-F7B1-FF8F-CBD0-F5B7363E4BBD}"/>
          </ac:spMkLst>
        </pc:spChg>
        <pc:spChg chg="mod">
          <ac:chgData name="Mcsroom Idk" userId="7b20e91ab7e251c8" providerId="Windows Live" clId="Web-{3AA152DE-3F07-402D-BEA6-1E1D655814F5}" dt="2022-12-20T19:56:58.751" v="207" actId="20577"/>
          <ac:spMkLst>
            <pc:docMk/>
            <pc:sldMk cId="2332939955" sldId="257"/>
            <ac:spMk id="3" creationId="{8D459A7C-DCF2-FD40-800E-D91E42F840A9}"/>
          </ac:spMkLst>
        </pc:spChg>
      </pc:sldChg>
      <pc:sldChg chg="modSp">
        <pc:chgData name="Mcsroom Idk" userId="7b20e91ab7e251c8" providerId="Windows Live" clId="Web-{3AA152DE-3F07-402D-BEA6-1E1D655814F5}" dt="2022-12-20T19:53:27.950" v="129" actId="20577"/>
        <pc:sldMkLst>
          <pc:docMk/>
          <pc:sldMk cId="3432281361" sldId="258"/>
        </pc:sldMkLst>
        <pc:spChg chg="mod">
          <ac:chgData name="Mcsroom Idk" userId="7b20e91ab7e251c8" providerId="Windows Live" clId="Web-{3AA152DE-3F07-402D-BEA6-1E1D655814F5}" dt="2022-12-20T19:53:25.263" v="128" actId="20577"/>
          <ac:spMkLst>
            <pc:docMk/>
            <pc:sldMk cId="3432281361" sldId="258"/>
            <ac:spMk id="2" creationId="{AA635211-F7B1-FF8F-CBD0-F5B7363E4BBD}"/>
          </ac:spMkLst>
        </pc:spChg>
        <pc:spChg chg="mod">
          <ac:chgData name="Mcsroom Idk" userId="7b20e91ab7e251c8" providerId="Windows Live" clId="Web-{3AA152DE-3F07-402D-BEA6-1E1D655814F5}" dt="2022-12-20T19:53:27.950" v="129" actId="20577"/>
          <ac:spMkLst>
            <pc:docMk/>
            <pc:sldMk cId="3432281361" sldId="258"/>
            <ac:spMk id="3" creationId="{8D459A7C-DCF2-FD40-800E-D91E42F840A9}"/>
          </ac:spMkLst>
        </pc:spChg>
      </pc:sldChg>
      <pc:sldChg chg="modSp">
        <pc:chgData name="Mcsroom Idk" userId="7b20e91ab7e251c8" providerId="Windows Live" clId="Web-{3AA152DE-3F07-402D-BEA6-1E1D655814F5}" dt="2022-12-20T19:52:20.605" v="110" actId="20577"/>
        <pc:sldMkLst>
          <pc:docMk/>
          <pc:sldMk cId="860736860" sldId="259"/>
        </pc:sldMkLst>
        <pc:spChg chg="mod">
          <ac:chgData name="Mcsroom Idk" userId="7b20e91ab7e251c8" providerId="Windows Live" clId="Web-{3AA152DE-3F07-402D-BEA6-1E1D655814F5}" dt="2022-12-20T19:52:17.152" v="109" actId="20577"/>
          <ac:spMkLst>
            <pc:docMk/>
            <pc:sldMk cId="860736860" sldId="259"/>
            <ac:spMk id="2" creationId="{C4442FB6-937A-AF46-C103-532DC9C15763}"/>
          </ac:spMkLst>
        </pc:spChg>
        <pc:spChg chg="mod">
          <ac:chgData name="Mcsroom Idk" userId="7b20e91ab7e251c8" providerId="Windows Live" clId="Web-{3AA152DE-3F07-402D-BEA6-1E1D655814F5}" dt="2022-12-20T19:52:20.605" v="110" actId="20577"/>
          <ac:spMkLst>
            <pc:docMk/>
            <pc:sldMk cId="860736860" sldId="259"/>
            <ac:spMk id="3" creationId="{3312FA25-92FA-842B-005B-0AD349064BAE}"/>
          </ac:spMkLst>
        </pc:spChg>
      </pc:sldChg>
      <pc:sldChg chg="modSp">
        <pc:chgData name="Mcsroom Idk" userId="7b20e91ab7e251c8" providerId="Windows Live" clId="Web-{3AA152DE-3F07-402D-BEA6-1E1D655814F5}" dt="2022-12-20T19:52:32.496" v="113" actId="20577"/>
        <pc:sldMkLst>
          <pc:docMk/>
          <pc:sldMk cId="537872303" sldId="260"/>
        </pc:sldMkLst>
        <pc:spChg chg="mod">
          <ac:chgData name="Mcsroom Idk" userId="7b20e91ab7e251c8" providerId="Windows Live" clId="Web-{3AA152DE-3F07-402D-BEA6-1E1D655814F5}" dt="2022-12-20T19:52:29.308" v="112" actId="20577"/>
          <ac:spMkLst>
            <pc:docMk/>
            <pc:sldMk cId="537872303" sldId="260"/>
            <ac:spMk id="2" creationId="{79D54CFE-FE1A-CD7C-6405-897CD2DDF2E1}"/>
          </ac:spMkLst>
        </pc:spChg>
        <pc:spChg chg="mod">
          <ac:chgData name="Mcsroom Idk" userId="7b20e91ab7e251c8" providerId="Windows Live" clId="Web-{3AA152DE-3F07-402D-BEA6-1E1D655814F5}" dt="2022-12-20T19:52:32.496" v="113" actId="20577"/>
          <ac:spMkLst>
            <pc:docMk/>
            <pc:sldMk cId="537872303" sldId="260"/>
            <ac:spMk id="3" creationId="{C6FFCDF0-9FDB-DF1C-C18B-82A4CCDB0A39}"/>
          </ac:spMkLst>
        </pc:spChg>
      </pc:sldChg>
      <pc:sldChg chg="modSp">
        <pc:chgData name="Mcsroom Idk" userId="7b20e91ab7e251c8" providerId="Windows Live" clId="Web-{3AA152DE-3F07-402D-BEA6-1E1D655814F5}" dt="2022-12-20T19:54:13.670" v="148" actId="20577"/>
        <pc:sldMkLst>
          <pc:docMk/>
          <pc:sldMk cId="922958305" sldId="261"/>
        </pc:sldMkLst>
        <pc:spChg chg="mod">
          <ac:chgData name="Mcsroom Idk" userId="7b20e91ab7e251c8" providerId="Windows Live" clId="Web-{3AA152DE-3F07-402D-BEA6-1E1D655814F5}" dt="2022-12-20T19:54:13.670" v="148" actId="20577"/>
          <ac:spMkLst>
            <pc:docMk/>
            <pc:sldMk cId="922958305" sldId="261"/>
            <ac:spMk id="2" creationId="{F559AC2C-358C-4F43-6F27-2A5165EB0E40}"/>
          </ac:spMkLst>
        </pc:spChg>
      </pc:sldChg>
      <pc:sldChg chg="modSp">
        <pc:chgData name="Mcsroom Idk" userId="7b20e91ab7e251c8" providerId="Windows Live" clId="Web-{3AA152DE-3F07-402D-BEA6-1E1D655814F5}" dt="2022-12-20T19:50:16.915" v="72" actId="20577"/>
        <pc:sldMkLst>
          <pc:docMk/>
          <pc:sldMk cId="1835830540" sldId="262"/>
        </pc:sldMkLst>
        <pc:spChg chg="mod">
          <ac:chgData name="Mcsroom Idk" userId="7b20e91ab7e251c8" providerId="Windows Live" clId="Web-{3AA152DE-3F07-402D-BEA6-1E1D655814F5}" dt="2022-12-20T19:50:13.524" v="71" actId="20577"/>
          <ac:spMkLst>
            <pc:docMk/>
            <pc:sldMk cId="1835830540" sldId="262"/>
            <ac:spMk id="2" creationId="{EF682D07-D15D-4A5D-CDA6-78909E4A2B08}"/>
          </ac:spMkLst>
        </pc:spChg>
        <pc:spChg chg="mod">
          <ac:chgData name="Mcsroom Idk" userId="7b20e91ab7e251c8" providerId="Windows Live" clId="Web-{3AA152DE-3F07-402D-BEA6-1E1D655814F5}" dt="2022-12-20T19:50:16.915" v="72" actId="20577"/>
          <ac:spMkLst>
            <pc:docMk/>
            <pc:sldMk cId="1835830540" sldId="262"/>
            <ac:spMk id="3" creationId="{9A0D2336-4A10-2048-AFE1-6F27BBA7801E}"/>
          </ac:spMkLst>
        </pc:spChg>
      </pc:sldChg>
      <pc:sldChg chg="modSp">
        <pc:chgData name="Mcsroom Idk" userId="7b20e91ab7e251c8" providerId="Windows Live" clId="Web-{3AA152DE-3F07-402D-BEA6-1E1D655814F5}" dt="2022-12-20T19:50:09.852" v="70" actId="20577"/>
        <pc:sldMkLst>
          <pc:docMk/>
          <pc:sldMk cId="1281128326" sldId="263"/>
        </pc:sldMkLst>
        <pc:spChg chg="mod">
          <ac:chgData name="Mcsroom Idk" userId="7b20e91ab7e251c8" providerId="Windows Live" clId="Web-{3AA152DE-3F07-402D-BEA6-1E1D655814F5}" dt="2022-12-20T19:50:06.524" v="69" actId="20577"/>
          <ac:spMkLst>
            <pc:docMk/>
            <pc:sldMk cId="1281128326" sldId="263"/>
            <ac:spMk id="2" creationId="{65F12685-7738-624F-4426-F786BC2B76A1}"/>
          </ac:spMkLst>
        </pc:spChg>
        <pc:spChg chg="mod">
          <ac:chgData name="Mcsroom Idk" userId="7b20e91ab7e251c8" providerId="Windows Live" clId="Web-{3AA152DE-3F07-402D-BEA6-1E1D655814F5}" dt="2022-12-20T19:50:09.852" v="70" actId="20577"/>
          <ac:spMkLst>
            <pc:docMk/>
            <pc:sldMk cId="1281128326" sldId="263"/>
            <ac:spMk id="3" creationId="{DE61BABB-9813-BA61-04A6-95BDA812CD9F}"/>
          </ac:spMkLst>
        </pc:spChg>
      </pc:sldChg>
      <pc:sldChg chg="modSp">
        <pc:chgData name="Mcsroom Idk" userId="7b20e91ab7e251c8" providerId="Windows Live" clId="Web-{3AA152DE-3F07-402D-BEA6-1E1D655814F5}" dt="2022-12-20T19:53:19.716" v="126" actId="20577"/>
        <pc:sldMkLst>
          <pc:docMk/>
          <pc:sldMk cId="129633292" sldId="265"/>
        </pc:sldMkLst>
        <pc:spChg chg="mod">
          <ac:chgData name="Mcsroom Idk" userId="7b20e91ab7e251c8" providerId="Windows Live" clId="Web-{3AA152DE-3F07-402D-BEA6-1E1D655814F5}" dt="2022-12-20T19:53:15.153" v="124" actId="20577"/>
          <ac:spMkLst>
            <pc:docMk/>
            <pc:sldMk cId="129633292" sldId="265"/>
            <ac:spMk id="2" creationId="{9098CB21-3D5C-BDD2-5D42-675FDB10563A}"/>
          </ac:spMkLst>
        </pc:spChg>
        <pc:spChg chg="mod">
          <ac:chgData name="Mcsroom Idk" userId="7b20e91ab7e251c8" providerId="Windows Live" clId="Web-{3AA152DE-3F07-402D-BEA6-1E1D655814F5}" dt="2022-12-20T19:53:19.716" v="126" actId="20577"/>
          <ac:spMkLst>
            <pc:docMk/>
            <pc:sldMk cId="129633292" sldId="265"/>
            <ac:spMk id="3" creationId="{7ACF9907-3A4B-54B0-2B87-E6FA6AE54658}"/>
          </ac:spMkLst>
        </pc:spChg>
      </pc:sldChg>
      <pc:sldChg chg="modSp">
        <pc:chgData name="Mcsroom Idk" userId="7b20e91ab7e251c8" providerId="Windows Live" clId="Web-{3AA152DE-3F07-402D-BEA6-1E1D655814F5}" dt="2022-12-20T19:53:09.434" v="123" actId="20577"/>
        <pc:sldMkLst>
          <pc:docMk/>
          <pc:sldMk cId="1370469770" sldId="266"/>
        </pc:sldMkLst>
        <pc:spChg chg="mod">
          <ac:chgData name="Mcsroom Idk" userId="7b20e91ab7e251c8" providerId="Windows Live" clId="Web-{3AA152DE-3F07-402D-BEA6-1E1D655814F5}" dt="2022-12-20T19:53:09.434" v="123" actId="20577"/>
          <ac:spMkLst>
            <pc:docMk/>
            <pc:sldMk cId="1370469770" sldId="266"/>
            <ac:spMk id="2" creationId="{E8A1A1D2-93CB-BF88-8730-C51918D05240}"/>
          </ac:spMkLst>
        </pc:spChg>
        <pc:spChg chg="mod">
          <ac:chgData name="Mcsroom Idk" userId="7b20e91ab7e251c8" providerId="Windows Live" clId="Web-{3AA152DE-3F07-402D-BEA6-1E1D655814F5}" dt="2022-12-20T19:53:06.340" v="122" actId="20577"/>
          <ac:spMkLst>
            <pc:docMk/>
            <pc:sldMk cId="1370469770" sldId="266"/>
            <ac:spMk id="3" creationId="{CD16C02D-D4B5-7E4F-0539-1BB408FA4D57}"/>
          </ac:spMkLst>
        </pc:spChg>
      </pc:sldChg>
      <pc:sldChg chg="modSp">
        <pc:chgData name="Mcsroom Idk" userId="7b20e91ab7e251c8" providerId="Windows Live" clId="Web-{3AA152DE-3F07-402D-BEA6-1E1D655814F5}" dt="2022-12-20T19:52:55.418" v="121" actId="20577"/>
        <pc:sldMkLst>
          <pc:docMk/>
          <pc:sldMk cId="1423029147" sldId="267"/>
        </pc:sldMkLst>
        <pc:spChg chg="mod">
          <ac:chgData name="Mcsroom Idk" userId="7b20e91ab7e251c8" providerId="Windows Live" clId="Web-{3AA152DE-3F07-402D-BEA6-1E1D655814F5}" dt="2022-12-20T19:52:52.153" v="120" actId="20577"/>
          <ac:spMkLst>
            <pc:docMk/>
            <pc:sldMk cId="1423029147" sldId="267"/>
            <ac:spMk id="2" creationId="{E627F0F0-23D9-DB74-23CC-FB5889362CD5}"/>
          </ac:spMkLst>
        </pc:spChg>
        <pc:spChg chg="mod">
          <ac:chgData name="Mcsroom Idk" userId="7b20e91ab7e251c8" providerId="Windows Live" clId="Web-{3AA152DE-3F07-402D-BEA6-1E1D655814F5}" dt="2022-12-20T19:52:55.418" v="121" actId="20577"/>
          <ac:spMkLst>
            <pc:docMk/>
            <pc:sldMk cId="1423029147" sldId="267"/>
            <ac:spMk id="3" creationId="{F0F26E80-6B42-5F6D-EA26-B8A1A0B70F50}"/>
          </ac:spMkLst>
        </pc:spChg>
      </pc:sldChg>
      <pc:sldChg chg="modSp">
        <pc:chgData name="Mcsroom Idk" userId="7b20e91ab7e251c8" providerId="Windows Live" clId="Web-{3AA152DE-3F07-402D-BEA6-1E1D655814F5}" dt="2022-12-20T19:52:48.309" v="119" actId="20577"/>
        <pc:sldMkLst>
          <pc:docMk/>
          <pc:sldMk cId="2686857053" sldId="268"/>
        </pc:sldMkLst>
        <pc:spChg chg="mod">
          <ac:chgData name="Mcsroom Idk" userId="7b20e91ab7e251c8" providerId="Windows Live" clId="Web-{3AA152DE-3F07-402D-BEA6-1E1D655814F5}" dt="2022-12-20T19:52:48.309" v="119" actId="20577"/>
          <ac:spMkLst>
            <pc:docMk/>
            <pc:sldMk cId="2686857053" sldId="268"/>
            <ac:spMk id="2" creationId="{8F1A65A7-CBF5-2F7A-88DE-946F0AFBE018}"/>
          </ac:spMkLst>
        </pc:spChg>
        <pc:spChg chg="mod">
          <ac:chgData name="Mcsroom Idk" userId="7b20e91ab7e251c8" providerId="Windows Live" clId="Web-{3AA152DE-3F07-402D-BEA6-1E1D655814F5}" dt="2022-12-20T19:52:45.199" v="118" actId="20577"/>
          <ac:spMkLst>
            <pc:docMk/>
            <pc:sldMk cId="2686857053" sldId="268"/>
            <ac:spMk id="3" creationId="{90EC7188-186C-987F-31EE-D01A6BD29367}"/>
          </ac:spMkLst>
        </pc:spChg>
      </pc:sldChg>
      <pc:sldChg chg="addSp modSp">
        <pc:chgData name="Mcsroom Idk" userId="7b20e91ab7e251c8" providerId="Windows Live" clId="Web-{3AA152DE-3F07-402D-BEA6-1E1D655814F5}" dt="2022-12-20T19:52:13.574" v="108" actId="20577"/>
        <pc:sldMkLst>
          <pc:docMk/>
          <pc:sldMk cId="3094240892" sldId="269"/>
        </pc:sldMkLst>
        <pc:spChg chg="mod">
          <ac:chgData name="Mcsroom Idk" userId="7b20e91ab7e251c8" providerId="Windows Live" clId="Web-{3AA152DE-3F07-402D-BEA6-1E1D655814F5}" dt="2022-12-20T19:52:09.558" v="107" actId="20577"/>
          <ac:spMkLst>
            <pc:docMk/>
            <pc:sldMk cId="3094240892" sldId="269"/>
            <ac:spMk id="2" creationId="{476F5B74-D7B9-708F-0B65-DA5E3E8D82AB}"/>
          </ac:spMkLst>
        </pc:spChg>
        <pc:spChg chg="mod">
          <ac:chgData name="Mcsroom Idk" userId="7b20e91ab7e251c8" providerId="Windows Live" clId="Web-{3AA152DE-3F07-402D-BEA6-1E1D655814F5}" dt="2022-12-20T19:52:13.574" v="108" actId="20577"/>
          <ac:spMkLst>
            <pc:docMk/>
            <pc:sldMk cId="3094240892" sldId="269"/>
            <ac:spMk id="3" creationId="{42CE9F5B-D66A-ACA5-4B64-17B9D6A06A5A}"/>
          </ac:spMkLst>
        </pc:spChg>
        <pc:picChg chg="add mod">
          <ac:chgData name="Mcsroom Idk" userId="7b20e91ab7e251c8" providerId="Windows Live" clId="Web-{3AA152DE-3F07-402D-BEA6-1E1D655814F5}" dt="2022-12-20T19:46:34.801" v="37" actId="1076"/>
          <ac:picMkLst>
            <pc:docMk/>
            <pc:sldMk cId="3094240892" sldId="269"/>
            <ac:picMk id="4" creationId="{42CC9A65-8699-B207-1BD1-148452583FD4}"/>
          </ac:picMkLst>
        </pc:picChg>
      </pc:sldChg>
      <pc:sldChg chg="modSp">
        <pc:chgData name="Mcsroom Idk" userId="7b20e91ab7e251c8" providerId="Windows Live" clId="Web-{3AA152DE-3F07-402D-BEA6-1E1D655814F5}" dt="2022-12-20T19:50:48.916" v="90" actId="20577"/>
        <pc:sldMkLst>
          <pc:docMk/>
          <pc:sldMk cId="538654296" sldId="270"/>
        </pc:sldMkLst>
        <pc:spChg chg="mod">
          <ac:chgData name="Mcsroom Idk" userId="7b20e91ab7e251c8" providerId="Windows Live" clId="Web-{3AA152DE-3F07-402D-BEA6-1E1D655814F5}" dt="2022-12-20T19:50:45.978" v="89" actId="20577"/>
          <ac:spMkLst>
            <pc:docMk/>
            <pc:sldMk cId="538654296" sldId="270"/>
            <ac:spMk id="2" creationId="{56B4F774-A995-851A-F8AD-AE965A76BF8B}"/>
          </ac:spMkLst>
        </pc:spChg>
        <pc:spChg chg="mod">
          <ac:chgData name="Mcsroom Idk" userId="7b20e91ab7e251c8" providerId="Windows Live" clId="Web-{3AA152DE-3F07-402D-BEA6-1E1D655814F5}" dt="2022-12-20T19:50:48.916" v="90" actId="20577"/>
          <ac:spMkLst>
            <pc:docMk/>
            <pc:sldMk cId="538654296" sldId="270"/>
            <ac:spMk id="3" creationId="{8AB3E540-DE7B-6245-ECA5-9CAA7D42AA5A}"/>
          </ac:spMkLst>
        </pc:spChg>
      </pc:sldChg>
      <pc:sldChg chg="modSp">
        <pc:chgData name="Mcsroom Idk" userId="7b20e91ab7e251c8" providerId="Windows Live" clId="Web-{3AA152DE-3F07-402D-BEA6-1E1D655814F5}" dt="2022-12-20T19:50:41.478" v="88" actId="20577"/>
        <pc:sldMkLst>
          <pc:docMk/>
          <pc:sldMk cId="2965040398" sldId="271"/>
        </pc:sldMkLst>
        <pc:spChg chg="mod">
          <ac:chgData name="Mcsroom Idk" userId="7b20e91ab7e251c8" providerId="Windows Live" clId="Web-{3AA152DE-3F07-402D-BEA6-1E1D655814F5}" dt="2022-12-20T19:50:38.009" v="87" actId="20577"/>
          <ac:spMkLst>
            <pc:docMk/>
            <pc:sldMk cId="2965040398" sldId="271"/>
            <ac:spMk id="2" creationId="{E40CD36A-F808-64F8-BCAB-9C346B815ECF}"/>
          </ac:spMkLst>
        </pc:spChg>
        <pc:spChg chg="mod">
          <ac:chgData name="Mcsroom Idk" userId="7b20e91ab7e251c8" providerId="Windows Live" clId="Web-{3AA152DE-3F07-402D-BEA6-1E1D655814F5}" dt="2022-12-20T19:50:41.478" v="88" actId="20577"/>
          <ac:spMkLst>
            <pc:docMk/>
            <pc:sldMk cId="2965040398" sldId="271"/>
            <ac:spMk id="3" creationId="{00544841-FF43-4499-3534-080A506A309B}"/>
          </ac:spMkLst>
        </pc:spChg>
      </pc:sldChg>
      <pc:sldChg chg="modSp">
        <pc:chgData name="Mcsroom Idk" userId="7b20e91ab7e251c8" providerId="Windows Live" clId="Web-{3AA152DE-3F07-402D-BEA6-1E1D655814F5}" dt="2022-12-20T19:52:39.168" v="116" actId="20577"/>
        <pc:sldMkLst>
          <pc:docMk/>
          <pc:sldMk cId="662597873" sldId="272"/>
        </pc:sldMkLst>
        <pc:spChg chg="mod">
          <ac:chgData name="Mcsroom Idk" userId="7b20e91ab7e251c8" providerId="Windows Live" clId="Web-{3AA152DE-3F07-402D-BEA6-1E1D655814F5}" dt="2022-12-20T19:52:39.168" v="116" actId="20577"/>
          <ac:spMkLst>
            <pc:docMk/>
            <pc:sldMk cId="662597873" sldId="272"/>
            <ac:spMk id="2" creationId="{6CB32AA1-FEED-11F7-0EFC-86FADEF50EB9}"/>
          </ac:spMkLst>
        </pc:spChg>
        <pc:spChg chg="mod">
          <ac:chgData name="Mcsroom Idk" userId="7b20e91ab7e251c8" providerId="Windows Live" clId="Web-{3AA152DE-3F07-402D-BEA6-1E1D655814F5}" dt="2022-12-20T19:52:36.808" v="115" actId="20577"/>
          <ac:spMkLst>
            <pc:docMk/>
            <pc:sldMk cId="662597873" sldId="272"/>
            <ac:spMk id="3" creationId="{1C472D08-B262-6E71-D1E2-64BCA014BA18}"/>
          </ac:spMkLst>
        </pc:spChg>
      </pc:sldChg>
      <pc:sldChg chg="modSp">
        <pc:chgData name="Mcsroom Idk" userId="7b20e91ab7e251c8" providerId="Windows Live" clId="Web-{3AA152DE-3F07-402D-BEA6-1E1D655814F5}" dt="2022-12-20T19:50:01.040" v="68" actId="20577"/>
        <pc:sldMkLst>
          <pc:docMk/>
          <pc:sldMk cId="3179592642" sldId="274"/>
        </pc:sldMkLst>
        <pc:spChg chg="mod">
          <ac:chgData name="Mcsroom Idk" userId="7b20e91ab7e251c8" providerId="Windows Live" clId="Web-{3AA152DE-3F07-402D-BEA6-1E1D655814F5}" dt="2022-12-20T19:49:53.242" v="66" actId="20577"/>
          <ac:spMkLst>
            <pc:docMk/>
            <pc:sldMk cId="3179592642" sldId="274"/>
            <ac:spMk id="2" creationId="{A0590598-E2DD-86CE-60D9-FC4F5F1615A1}"/>
          </ac:spMkLst>
        </pc:spChg>
        <pc:spChg chg="mod">
          <ac:chgData name="Mcsroom Idk" userId="7b20e91ab7e251c8" providerId="Windows Live" clId="Web-{3AA152DE-3F07-402D-BEA6-1E1D655814F5}" dt="2022-12-20T19:49:58.446" v="67" actId="20577"/>
          <ac:spMkLst>
            <pc:docMk/>
            <pc:sldMk cId="3179592642" sldId="274"/>
            <ac:spMk id="3" creationId="{9092BE62-320C-5DF5-134E-A8F871E69D5F}"/>
          </ac:spMkLst>
        </pc:spChg>
        <pc:spChg chg="mod">
          <ac:chgData name="Mcsroom Idk" userId="7b20e91ab7e251c8" providerId="Windows Live" clId="Web-{3AA152DE-3F07-402D-BEA6-1E1D655814F5}" dt="2022-12-20T19:50:01.040" v="68" actId="20577"/>
          <ac:spMkLst>
            <pc:docMk/>
            <pc:sldMk cId="3179592642" sldId="274"/>
            <ac:spMk id="4" creationId="{69FF75F9-1EE5-EBA7-F2C5-D2041EA049EE}"/>
          </ac:spMkLst>
        </pc:spChg>
      </pc:sldChg>
      <pc:sldChg chg="modSp new">
        <pc:chgData name="Mcsroom Idk" userId="7b20e91ab7e251c8" providerId="Windows Live" clId="Web-{3AA152DE-3F07-402D-BEA6-1E1D655814F5}" dt="2022-12-20T20:01:09.132" v="209" actId="14100"/>
        <pc:sldMkLst>
          <pc:docMk/>
          <pc:sldMk cId="1086655740" sldId="275"/>
        </pc:sldMkLst>
        <pc:spChg chg="mod">
          <ac:chgData name="Mcsroom Idk" userId="7b20e91ab7e251c8" providerId="Windows Live" clId="Web-{3AA152DE-3F07-402D-BEA6-1E1D655814F5}" dt="2022-12-20T19:50:53.088" v="91" actId="20577"/>
          <ac:spMkLst>
            <pc:docMk/>
            <pc:sldMk cId="1086655740" sldId="275"/>
            <ac:spMk id="2" creationId="{40C7B569-F731-E98D-4354-4F7DD1FAA52E}"/>
          </ac:spMkLst>
        </pc:spChg>
        <pc:spChg chg="mod">
          <ac:chgData name="Mcsroom Idk" userId="7b20e91ab7e251c8" providerId="Windows Live" clId="Web-{3AA152DE-3F07-402D-BEA6-1E1D655814F5}" dt="2022-12-20T20:01:09.132" v="209" actId="14100"/>
          <ac:spMkLst>
            <pc:docMk/>
            <pc:sldMk cId="1086655740" sldId="275"/>
            <ac:spMk id="3" creationId="{76AC312A-C035-8600-5405-886DF51CD908}"/>
          </ac:spMkLst>
        </pc:spChg>
      </pc:sldChg>
      <pc:sldChg chg="modSp new">
        <pc:chgData name="Mcsroom Idk" userId="7b20e91ab7e251c8" providerId="Windows Live" clId="Web-{3AA152DE-3F07-402D-BEA6-1E1D655814F5}" dt="2022-12-20T19:56:19.329" v="187" actId="20577"/>
        <pc:sldMkLst>
          <pc:docMk/>
          <pc:sldMk cId="3052669424" sldId="276"/>
        </pc:sldMkLst>
        <pc:spChg chg="mod">
          <ac:chgData name="Mcsroom Idk" userId="7b20e91ab7e251c8" providerId="Windows Live" clId="Web-{3AA152DE-3F07-402D-BEA6-1E1D655814F5}" dt="2022-12-20T19:56:19.329" v="187" actId="20577"/>
          <ac:spMkLst>
            <pc:docMk/>
            <pc:sldMk cId="3052669424" sldId="276"/>
            <ac:spMk id="2" creationId="{44CE3CFD-718E-D600-3310-6DCE585DAC98}"/>
          </ac:spMkLst>
        </pc:spChg>
        <pc:spChg chg="mod">
          <ac:chgData name="Mcsroom Idk" userId="7b20e91ab7e251c8" providerId="Windows Live" clId="Web-{3AA152DE-3F07-402D-BEA6-1E1D655814F5}" dt="2022-12-20T19:49:39.742" v="64" actId="20577"/>
          <ac:spMkLst>
            <pc:docMk/>
            <pc:sldMk cId="3052669424" sldId="276"/>
            <ac:spMk id="3" creationId="{E8492432-FB95-A3D6-7BA8-DD4B3D8C92A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>
            <a:extLst>
              <a:ext uri="{FF2B5EF4-FFF2-40B4-BE49-F238E27FC236}">
                <a16:creationId xmlns:a16="http://schemas.microsoft.com/office/drawing/2014/main" xmlns="" id="{926DEED5-1FFA-4868-889A-0AD30BA753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xmlns="" id="{6165A468-101F-4E2B-964A-011D46C913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CBE9D-92F7-4E47-BF06-048A5486A18E}" type="datetime1">
              <a:rPr lang="bg-BG" smtClean="0"/>
              <a:t>21.12.2022 г.</a:t>
            </a:fld>
            <a:endParaRPr lang="bg-BG" dirty="0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xmlns="" id="{7F676FFD-8DDE-4B47-9F14-64611F7377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xmlns="" id="{62B17251-F276-4485-8D93-FFA07BD583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E8C0E-F572-4BD9-90A3-A1AA877F530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89858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 noProof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40A32-C4A0-40DB-98DA-D35DAC5461CB}" type="datetime1">
              <a:rPr lang="bg-BG" smtClean="0"/>
              <a:pPr/>
              <a:t>21.12.2022 г.</a:t>
            </a:fld>
            <a:endParaRPr lang="bg-BG" dirty="0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 noProof="0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 noProof="0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5BD62-F0E0-487B-8CEA-E3C584CBDBCC}" type="slidenum">
              <a:rPr lang="bg-BG" noProof="0" smtClean="0"/>
              <a:t>‹#›</a:t>
            </a:fld>
            <a:endParaRPr lang="bg-BG" noProof="0"/>
          </a:p>
        </p:txBody>
      </p:sp>
    </p:spTree>
    <p:extLst>
      <p:ext uri="{BB962C8B-B14F-4D97-AF65-F5344CB8AC3E}">
        <p14:creationId xmlns:p14="http://schemas.microsoft.com/office/powerpoint/2010/main" val="67257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5BD62-F0E0-487B-8CEA-E3C584CBDBCC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141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rtlCol="0" anchor="b">
            <a:normAutofit/>
          </a:bodyPr>
          <a:lstStyle>
            <a:lvl1pPr algn="l">
              <a:defRPr sz="6600"/>
            </a:lvl1pPr>
          </a:lstStyle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bg-BG" noProof="0"/>
              <a:t>Щракнете, за да редактирате стила на подзаглавието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C7B941-04D9-42C0-97D0-7C48F75AA68B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15" name="Право съединение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CBAB09-2461-4866-AC23-68F349C5527E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33" name="Право съединение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48D030-BB36-4462-8783-0F2B874D0520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15" name="Право съединение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4" name="Контейнер на съдържание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C8E389-7BA5-48BC-A413-5F964EA4CC1C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35" name="Право съединение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на съдържание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5" name="Контейнер за текст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на съдържание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DA8F03-F7FA-4171-958A-48BCABC0E551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8" name="Контейнер за долен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9" name="Контейнер за номер на слайд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29" name="Право съединение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BBC8E1-55AD-4734-AEFF-0BDF8A508CE9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4" name="Контейнер за долен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5" name="Контейнер за номер на слайд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25" name="Право съединение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6A2EEE-1A42-455C-81F4-D43764F07326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3" name="Контейнер за долен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B55C7E-E87C-4E13-827C-21F3DCBB26A4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17" name="Право съединение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а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Правоъгълник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авоъгълник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345EB36A-BB75-40C2-8168-623B7E4B6810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31" name="Право съединение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9B2D28-8403-4222-A6B7-A364589B2C5D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26" name="Право съединение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1479A6-7BFB-4FB6-A76D-C838506FA69F}" type="datetime1">
              <a:rPr lang="bg-BG" noProof="0" smtClean="0"/>
              <a:t>21.12.2022 г.</a:t>
            </a:fld>
            <a:endParaRPr lang="bg-BG" noProof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bg-BG" noProof="0" smtClean="0"/>
              <a:t>‹#›</a:t>
            </a:fld>
            <a:endParaRPr lang="bg-BG" noProof="0"/>
          </a:p>
        </p:txBody>
      </p:sp>
      <p:cxnSp>
        <p:nvCxnSpPr>
          <p:cNvPr id="15" name="Право съединение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авоъгълник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Картина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bg-BG" noProof="0"/>
              <a:t>Редакт. стил загл. образец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bg-BG" noProof="0"/>
              <a:t>Редактиране на стиловете на текста на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854A4EB-51DE-4652-9F33-B78CA1318B7D}" type="datetime1">
              <a:rPr lang="bg-BG" noProof="0" smtClean="0"/>
              <a:pPr/>
              <a:t>21.12.2022 г.</a:t>
            </a:fld>
            <a:endParaRPr lang="bg-BG" noProof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bg-BG" noProof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fld id="{6D22F896-40B5-4ADD-8801-0D06FADFA095}" type="slidenum">
              <a:rPr lang="bg-BG" noProof="0" smtClean="0"/>
              <a:pPr/>
              <a:t>‹#›</a:t>
            </a:fld>
            <a:endParaRPr lang="bg-BG" noProof="0"/>
          </a:p>
        </p:txBody>
      </p:sp>
      <p:cxnSp>
        <p:nvCxnSpPr>
          <p:cNvPr id="10" name="Право съединение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bg-BG" dirty="0" err="1">
                <a:cs typeface="Calibri"/>
              </a:rPr>
              <a:t>Wan</a:t>
            </a:r>
            <a:r>
              <a:rPr lang="bg-BG" dirty="0">
                <a:cs typeface="Calibri"/>
              </a:rPr>
              <a:t> Мрежи</a:t>
            </a:r>
            <a:endParaRPr lang="bg-BG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9C51009-A09A-4689-8E6C-F8FC99E6A8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AA635211-F7B1-FF8F-CBD0-F5B7363E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bg-BG" dirty="0">
                <a:latin typeface="Times New Roman"/>
                <a:cs typeface="Calibri"/>
              </a:rPr>
              <a:t>СЪДЪРЖАНИЕ</a:t>
            </a:r>
            <a:endParaRPr lang="bg-BG" dirty="0">
              <a:latin typeface="Times New Roman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EC65442-F244-409C-BF44-C5D6472E81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8D459A7C-DCF2-FD40-800E-D91E42F84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616" y="1656228"/>
            <a:ext cx="6130003" cy="4297680"/>
          </a:xfrm>
        </p:spPr>
        <p:txBody>
          <a:bodyPr anchor="ctr">
            <a:normAutofit fontScale="85000" lnSpcReduction="10000"/>
          </a:bodyPr>
          <a:lstStyle/>
          <a:p>
            <a:r>
              <a:rPr lang="bg-BG" dirty="0">
                <a:latin typeface="Times New Roman"/>
                <a:cs typeface="Calibri"/>
              </a:rPr>
              <a:t>Какво е WAN?</a:t>
            </a:r>
            <a:endParaRPr lang="bg-BG">
              <a:latin typeface="Times New Roman"/>
              <a:cs typeface="Calibri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СЪЗДАВАНЕТО НА WAN И НЕГОВАТА ИСТОРИЯ?(1-5)</a:t>
            </a:r>
            <a:endParaRPr lang="bg-BG">
              <a:latin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ЗА КАКВО СЕ ИЗПОЛЗВА WAN?(ОБЯСНЕНИЕ и </a:t>
            </a:r>
            <a:r>
              <a:rPr lang="bg-BG" cap="all" dirty="0">
                <a:latin typeface="Times New Roman"/>
                <a:cs typeface="Calibri"/>
              </a:rPr>
              <a:t>изображение</a:t>
            </a:r>
            <a:r>
              <a:rPr lang="bg-BG" cap="all" dirty="0">
                <a:latin typeface="Times New Roman"/>
                <a:cs typeface="Times New Roman"/>
              </a:rPr>
              <a:t>)</a:t>
            </a:r>
            <a:endParaRPr lang="bg-BG">
              <a:latin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Кой използва WAN ?</a:t>
            </a:r>
            <a:endParaRPr lang="bg-BG" cap="all">
              <a:latin typeface="Times New Roman"/>
              <a:cs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ПРИМЕР ЗА WAN</a:t>
            </a:r>
            <a:endParaRPr lang="bg-BG" cap="all">
              <a:latin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Какво е интернета?</a:t>
            </a:r>
            <a:endParaRPr lang="bg-BG" cap="all">
              <a:latin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Как работи интернета(1-2)</a:t>
            </a:r>
            <a:endParaRPr lang="bg-BG" cap="all">
              <a:latin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Характеристики (1-3)</a:t>
            </a:r>
            <a:endParaRPr lang="bg-BG" cap="all">
              <a:latin typeface="Times New Roman"/>
            </a:endParaRPr>
          </a:p>
          <a:p>
            <a:r>
              <a:rPr lang="bg-BG" cap="all" dirty="0">
                <a:latin typeface="Times New Roman"/>
                <a:cs typeface="Times New Roman"/>
              </a:rPr>
              <a:t>Въпроси-Отговори </a:t>
            </a:r>
            <a:br>
              <a:rPr lang="bg-BG" cap="all" dirty="0">
                <a:latin typeface="Times New Roman"/>
                <a:cs typeface="Times New Roman"/>
              </a:rPr>
            </a:br>
            <a:endParaRPr lang="bg-BG" cap="all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3293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08E7A6F0-5CD3-481E-B0F2-E7F99FE675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11290DF-4975-4FCD-8B8D-BBC86B8366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AA635211-F7B1-FF8F-CBD0-F5B7363E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anchor="ctr">
            <a:normAutofit/>
          </a:bodyPr>
          <a:lstStyle/>
          <a:p>
            <a:r>
              <a:rPr lang="bg-BG" sz="3600" dirty="0">
                <a:latin typeface="Times New Roman"/>
                <a:cs typeface="Calibri"/>
              </a:rPr>
              <a:t>Какво е </a:t>
            </a:r>
            <a:r>
              <a:rPr lang="bg-BG" sz="3600" dirty="0" err="1">
                <a:latin typeface="Times New Roman"/>
                <a:cs typeface="Calibri"/>
              </a:rPr>
              <a:t>Wan</a:t>
            </a:r>
            <a:endParaRPr lang="bg-BG" sz="3600" dirty="0">
              <a:latin typeface="Times New Roman"/>
              <a:cs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357CA18A-A333-4DCB-842B-76827D2ECB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6E785FC3-CE7B-46F8-8C7A-EBBF001EDB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75069D9A-30C7-4159-880C-DD2BDC5100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9FE1511-6E1B-4F0E-8FF0-958527181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8D459A7C-DCF2-FD40-800E-D91E42F84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bg-BG" sz="2800" dirty="0">
                <a:latin typeface="Times New Roman"/>
                <a:cs typeface="Calibri"/>
              </a:rPr>
              <a:t>WAN(</a:t>
            </a:r>
            <a:r>
              <a:rPr lang="bg-BG" sz="2800" dirty="0" err="1">
                <a:latin typeface="Times New Roman"/>
                <a:cs typeface="Calibri"/>
              </a:rPr>
              <a:t>wide</a:t>
            </a:r>
            <a:r>
              <a:rPr lang="bg-BG" sz="2800" dirty="0">
                <a:latin typeface="Times New Roman"/>
                <a:cs typeface="Calibri"/>
              </a:rPr>
              <a:t> </a:t>
            </a:r>
            <a:r>
              <a:rPr lang="bg-BG" sz="2800" dirty="0" err="1">
                <a:latin typeface="Times New Roman"/>
                <a:cs typeface="Calibri"/>
              </a:rPr>
              <a:t>area</a:t>
            </a:r>
            <a:r>
              <a:rPr lang="bg-BG" sz="2800" dirty="0">
                <a:latin typeface="Times New Roman"/>
                <a:cs typeface="Calibri"/>
              </a:rPr>
              <a:t> </a:t>
            </a:r>
            <a:r>
              <a:rPr lang="bg-BG" sz="2800" dirty="0" err="1">
                <a:latin typeface="Times New Roman"/>
                <a:cs typeface="Calibri"/>
              </a:rPr>
              <a:t>network</a:t>
            </a:r>
            <a:r>
              <a:rPr lang="bg-BG" sz="2800" dirty="0">
                <a:latin typeface="Times New Roman"/>
                <a:cs typeface="Calibri"/>
              </a:rPr>
              <a:t>)</a:t>
            </a:r>
            <a:r>
              <a:rPr lang="bg-BG" sz="2800" b="1" dirty="0">
                <a:latin typeface="Times New Roman"/>
                <a:cs typeface="Calibri"/>
              </a:rPr>
              <a:t> </a:t>
            </a:r>
            <a:r>
              <a:rPr lang="bg-BG" sz="2800" dirty="0">
                <a:latin typeface="Times New Roman"/>
                <a:cs typeface="Calibri"/>
              </a:rPr>
              <a:t>е телекомуникационна мрежа, която се простира върху голяма географска област.</a:t>
            </a:r>
            <a:endParaRPr lang="bg" sz="2800">
              <a:latin typeface="Times New Roman"/>
            </a:endParaRPr>
          </a:p>
          <a:p>
            <a:pPr marL="0" indent="0">
              <a:buNone/>
            </a:pPr>
            <a:endParaRPr lang="bg-BG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bg-BG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bg-BG" b="1" dirty="0">
              <a:solidFill>
                <a:srgbClr val="00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025CEF6D-5E98-4B5C-A10F-7459C1EEF1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05C73161-1E4E-4E6A-91B2-E885CF8FFB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28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9098CB21-3D5C-BDD2-5D42-675FDB10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Създаването на WAN И НЕГОВАТА ИСТОРИЯ(1)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7ACF9907-3A4B-54B0-2B87-E6FA6AE5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 err="1">
                <a:latin typeface="Times New Roman"/>
                <a:cs typeface="Calibri"/>
              </a:rPr>
              <a:t>Първата</a:t>
            </a:r>
            <a:r>
              <a:rPr lang="ru" dirty="0">
                <a:latin typeface="Times New Roman"/>
                <a:cs typeface="Calibri"/>
              </a:rPr>
              <a:t> мрежа е разработена от </a:t>
            </a:r>
            <a:r>
              <a:rPr lang="ru" dirty="0" err="1">
                <a:latin typeface="Times New Roman"/>
                <a:cs typeface="Calibri"/>
              </a:rPr>
              <a:t>Агенцията</a:t>
            </a:r>
            <a:r>
              <a:rPr lang="ru" dirty="0">
                <a:latin typeface="Times New Roman"/>
                <a:cs typeface="Calibri"/>
              </a:rPr>
              <a:t> за </a:t>
            </a:r>
            <a:r>
              <a:rPr lang="ru" dirty="0" err="1">
                <a:latin typeface="Times New Roman"/>
                <a:cs typeface="Calibri"/>
              </a:rPr>
              <a:t>прогресивно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научни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проекти</a:t>
            </a:r>
            <a:r>
              <a:rPr lang="ru" dirty="0">
                <a:latin typeface="Times New Roman"/>
                <a:cs typeface="Calibri"/>
              </a:rPr>
              <a:t> (</a:t>
            </a:r>
            <a:r>
              <a:rPr lang="en-AU" dirty="0">
                <a:latin typeface="Times New Roman"/>
                <a:cs typeface="Calibri"/>
              </a:rPr>
              <a:t>Advanced Research Projects Agency</a:t>
            </a:r>
            <a:r>
              <a:rPr lang="ru" dirty="0">
                <a:latin typeface="Times New Roman"/>
                <a:cs typeface="Calibri"/>
              </a:rPr>
              <a:t>) на </a:t>
            </a:r>
            <a:r>
              <a:rPr lang="ru" dirty="0" err="1">
                <a:latin typeface="Times New Roman"/>
                <a:cs typeface="Calibri"/>
              </a:rPr>
              <a:t>американската</a:t>
            </a:r>
            <a:r>
              <a:rPr lang="ru" dirty="0">
                <a:latin typeface="Times New Roman"/>
                <a:cs typeface="Calibri"/>
              </a:rPr>
              <a:t> армия, </a:t>
            </a:r>
            <a:r>
              <a:rPr lang="ru" dirty="0" err="1">
                <a:latin typeface="Times New Roman"/>
                <a:cs typeface="Calibri"/>
              </a:rPr>
              <a:t>която</a:t>
            </a:r>
            <a:r>
              <a:rPr lang="ru" dirty="0">
                <a:latin typeface="Times New Roman"/>
                <a:cs typeface="Calibri"/>
              </a:rPr>
              <a:t> е наречена </a:t>
            </a:r>
            <a:r>
              <a:rPr lang="en-AU" dirty="0">
                <a:latin typeface="Times New Roman"/>
                <a:cs typeface="Calibri"/>
              </a:rPr>
              <a:t>ARPAnet</a:t>
            </a:r>
            <a:r>
              <a:rPr lang="ru" dirty="0">
                <a:latin typeface="Times New Roman"/>
                <a:cs typeface="Calibri"/>
              </a:rPr>
              <a:t>. </a:t>
            </a:r>
            <a:r>
              <a:rPr lang="ru" dirty="0" err="1">
                <a:latin typeface="Times New Roman"/>
                <a:cs typeface="Calibri"/>
              </a:rPr>
              <a:t>Поради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растящия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брой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научни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институти</a:t>
            </a:r>
            <a:r>
              <a:rPr lang="ru" dirty="0">
                <a:latin typeface="Times New Roman"/>
                <a:cs typeface="Calibri"/>
              </a:rPr>
              <a:t> и </a:t>
            </a:r>
            <a:r>
              <a:rPr lang="ru" dirty="0" err="1">
                <a:latin typeface="Times New Roman"/>
                <a:cs typeface="Calibri"/>
              </a:rPr>
              <a:t>университети</a:t>
            </a:r>
            <a:r>
              <a:rPr lang="ru" dirty="0">
                <a:latin typeface="Times New Roman"/>
                <a:cs typeface="Calibri"/>
              </a:rPr>
              <a:t>, </a:t>
            </a:r>
            <a:r>
              <a:rPr lang="ru" dirty="0" err="1">
                <a:latin typeface="Times New Roman"/>
                <a:cs typeface="Calibri"/>
              </a:rPr>
              <a:t>присъединили</a:t>
            </a:r>
            <a:r>
              <a:rPr lang="ru" dirty="0">
                <a:latin typeface="Times New Roman"/>
                <a:cs typeface="Calibri"/>
              </a:rPr>
              <a:t> се в </a:t>
            </a:r>
            <a:r>
              <a:rPr lang="ru" dirty="0" err="1">
                <a:latin typeface="Times New Roman"/>
                <a:cs typeface="Calibri"/>
              </a:rPr>
              <a:t>мрежата</a:t>
            </a:r>
            <a:r>
              <a:rPr lang="ru" dirty="0">
                <a:latin typeface="Times New Roman"/>
                <a:cs typeface="Calibri"/>
              </a:rPr>
              <a:t>, </a:t>
            </a:r>
            <a:r>
              <a:rPr lang="en-AU" dirty="0">
                <a:latin typeface="Times New Roman"/>
                <a:cs typeface="Calibri"/>
              </a:rPr>
              <a:t>ARPAnet</a:t>
            </a:r>
            <a:r>
              <a:rPr lang="ru" dirty="0">
                <a:latin typeface="Times New Roman"/>
                <a:cs typeface="Calibri"/>
              </a:rPr>
              <a:t> </a:t>
            </a:r>
            <a:r>
              <a:rPr lang="ru" dirty="0" err="1">
                <a:latin typeface="Times New Roman"/>
                <a:cs typeface="Calibri"/>
              </a:rPr>
              <a:t>остава</a:t>
            </a:r>
            <a:r>
              <a:rPr lang="ru" dirty="0">
                <a:latin typeface="Times New Roman"/>
                <a:cs typeface="Calibri"/>
              </a:rPr>
              <a:t> да се </a:t>
            </a:r>
            <a:r>
              <a:rPr lang="ru" dirty="0" err="1">
                <a:latin typeface="Times New Roman"/>
                <a:cs typeface="Calibri"/>
              </a:rPr>
              <a:t>занимава</a:t>
            </a:r>
            <a:r>
              <a:rPr lang="ru" dirty="0">
                <a:latin typeface="Times New Roman"/>
                <a:cs typeface="Calibri"/>
              </a:rPr>
              <a:t> само с </a:t>
            </a:r>
            <a:r>
              <a:rPr lang="ru" dirty="0" err="1">
                <a:latin typeface="Times New Roman"/>
                <a:cs typeface="Calibri"/>
              </a:rPr>
              <a:t>изследвания</a:t>
            </a:r>
            <a:r>
              <a:rPr lang="ru" dirty="0">
                <a:latin typeface="Times New Roman"/>
                <a:cs typeface="Calibri"/>
              </a:rPr>
              <a:t>, </a:t>
            </a:r>
            <a:r>
              <a:rPr lang="ru" dirty="0" err="1">
                <a:latin typeface="Times New Roman"/>
                <a:cs typeface="Calibri"/>
              </a:rPr>
              <a:t>докато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една</a:t>
            </a:r>
            <a:r>
              <a:rPr lang="ru" dirty="0">
                <a:latin typeface="Times New Roman"/>
                <a:cs typeface="Calibri"/>
              </a:rPr>
              <a:t> друга, втора мрежа </a:t>
            </a:r>
            <a:r>
              <a:rPr lang="en-AU" dirty="0" err="1">
                <a:latin typeface="Times New Roman"/>
                <a:cs typeface="Calibri"/>
              </a:rPr>
              <a:t>MILnet</a:t>
            </a:r>
            <a:r>
              <a:rPr lang="ru" dirty="0">
                <a:latin typeface="Times New Roman"/>
                <a:cs typeface="Calibri"/>
              </a:rPr>
              <a:t> се ориентира </a:t>
            </a:r>
            <a:r>
              <a:rPr lang="ru" dirty="0" err="1">
                <a:latin typeface="Times New Roman"/>
                <a:cs typeface="Calibri"/>
              </a:rPr>
              <a:t>към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военните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комуникации</a:t>
            </a:r>
            <a:r>
              <a:rPr lang="ru" dirty="0">
                <a:latin typeface="Times New Roman"/>
                <a:cs typeface="Calibri"/>
              </a:rPr>
              <a:t>.</a:t>
            </a:r>
            <a:endParaRPr lang="bg-BG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63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8A1A1D2-93CB-BF88-8730-C51918D0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Създаването на WAN И НЕГОВАТА ИСТОРИЯ(2)</a:t>
            </a:r>
            <a:endParaRPr lang="bg-BG" dirty="0">
              <a:latin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D16C02D-D4B5-7E4F-0539-1BB408FA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 err="1">
                <a:latin typeface="Times New Roman"/>
                <a:cs typeface="Calibri"/>
              </a:rPr>
              <a:t>През</a:t>
            </a:r>
            <a:r>
              <a:rPr lang="ru" dirty="0">
                <a:latin typeface="Times New Roman"/>
                <a:cs typeface="Calibri"/>
              </a:rPr>
              <a:t> 1980г. </a:t>
            </a:r>
            <a:r>
              <a:rPr lang="ru" dirty="0" err="1">
                <a:latin typeface="Times New Roman"/>
                <a:cs typeface="Calibri"/>
              </a:rPr>
              <a:t>Националната</a:t>
            </a:r>
            <a:r>
              <a:rPr lang="ru" dirty="0">
                <a:latin typeface="Times New Roman"/>
                <a:cs typeface="Calibri"/>
              </a:rPr>
              <a:t> научна </a:t>
            </a:r>
            <a:r>
              <a:rPr lang="ru" dirty="0" err="1">
                <a:latin typeface="Times New Roman"/>
                <a:cs typeface="Calibri"/>
              </a:rPr>
              <a:t>фондация</a:t>
            </a:r>
            <a:r>
              <a:rPr lang="ru" dirty="0">
                <a:latin typeface="Times New Roman"/>
                <a:cs typeface="Calibri"/>
              </a:rPr>
              <a:t> (</a:t>
            </a:r>
            <a:r>
              <a:rPr lang="en-AU" dirty="0">
                <a:latin typeface="Times New Roman"/>
                <a:cs typeface="Calibri"/>
              </a:rPr>
              <a:t>NSF</a:t>
            </a:r>
            <a:r>
              <a:rPr lang="ru" dirty="0">
                <a:latin typeface="Times New Roman"/>
                <a:cs typeface="Calibri"/>
              </a:rPr>
              <a:t>) </a:t>
            </a:r>
            <a:r>
              <a:rPr lang="ru" dirty="0" err="1">
                <a:latin typeface="Times New Roman"/>
                <a:cs typeface="Calibri"/>
              </a:rPr>
              <a:t>основава</a:t>
            </a:r>
            <a:r>
              <a:rPr lang="ru" dirty="0">
                <a:latin typeface="Times New Roman"/>
                <a:cs typeface="Calibri"/>
              </a:rPr>
              <a:t> </a:t>
            </a:r>
            <a:r>
              <a:rPr lang="en-AU" dirty="0" err="1">
                <a:latin typeface="Times New Roman"/>
                <a:cs typeface="Calibri"/>
              </a:rPr>
              <a:t>NSFnet</a:t>
            </a:r>
            <a:r>
              <a:rPr lang="ru" dirty="0">
                <a:latin typeface="Times New Roman"/>
                <a:cs typeface="Calibri"/>
              </a:rPr>
              <a:t>, </a:t>
            </a:r>
            <a:r>
              <a:rPr lang="ru" dirty="0" err="1">
                <a:latin typeface="Times New Roman"/>
                <a:cs typeface="Calibri"/>
              </a:rPr>
              <a:t>свързвайки</a:t>
            </a:r>
            <a:r>
              <a:rPr lang="ru" dirty="0">
                <a:latin typeface="Times New Roman"/>
                <a:cs typeface="Calibri"/>
              </a:rPr>
              <a:t> половин </a:t>
            </a:r>
            <a:r>
              <a:rPr lang="ru" dirty="0" err="1">
                <a:latin typeface="Times New Roman"/>
                <a:cs typeface="Calibri"/>
              </a:rPr>
              <a:t>дозина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суперкомпютри</a:t>
            </a:r>
            <a:r>
              <a:rPr lang="ru" dirty="0">
                <a:latin typeface="Times New Roman"/>
                <a:cs typeface="Calibri"/>
              </a:rPr>
              <a:t> при </a:t>
            </a:r>
            <a:r>
              <a:rPr lang="ru" dirty="0" err="1">
                <a:latin typeface="Times New Roman"/>
                <a:cs typeface="Calibri"/>
              </a:rPr>
              <a:t>изключително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висока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скорост</a:t>
            </a:r>
            <a:r>
              <a:rPr lang="ru" dirty="0">
                <a:latin typeface="Times New Roman"/>
                <a:cs typeface="Calibri"/>
              </a:rPr>
              <a:t>, </a:t>
            </a:r>
            <a:r>
              <a:rPr lang="ru" dirty="0" err="1">
                <a:latin typeface="Times New Roman"/>
                <a:cs typeface="Calibri"/>
              </a:rPr>
              <a:t>която</a:t>
            </a:r>
            <a:r>
              <a:rPr lang="ru" dirty="0">
                <a:latin typeface="Times New Roman"/>
                <a:cs typeface="Calibri"/>
              </a:rPr>
              <a:t> в момента </a:t>
            </a:r>
            <a:r>
              <a:rPr lang="ru" dirty="0" err="1">
                <a:latin typeface="Times New Roman"/>
                <a:cs typeface="Calibri"/>
              </a:rPr>
              <a:t>продължава</a:t>
            </a:r>
            <a:r>
              <a:rPr lang="ru" dirty="0">
                <a:latin typeface="Times New Roman"/>
                <a:cs typeface="Calibri"/>
              </a:rPr>
              <a:t> да се </a:t>
            </a:r>
            <a:r>
              <a:rPr lang="ru" dirty="0" err="1">
                <a:latin typeface="Times New Roman"/>
                <a:cs typeface="Calibri"/>
              </a:rPr>
              <a:t>увеличава</a:t>
            </a:r>
            <a:r>
              <a:rPr lang="ru" dirty="0">
                <a:latin typeface="Times New Roman"/>
                <a:cs typeface="Calibri"/>
              </a:rPr>
              <a:t>. </a:t>
            </a:r>
            <a:r>
              <a:rPr lang="ru" dirty="0" err="1">
                <a:latin typeface="Times New Roman"/>
                <a:cs typeface="Calibri"/>
              </a:rPr>
              <a:t>Накрая</a:t>
            </a:r>
            <a:r>
              <a:rPr lang="ru" dirty="0">
                <a:latin typeface="Times New Roman"/>
                <a:cs typeface="Calibri"/>
              </a:rPr>
              <a:t>, </a:t>
            </a:r>
            <a:r>
              <a:rPr lang="en-AU" dirty="0" err="1">
                <a:latin typeface="Times New Roman"/>
                <a:cs typeface="Calibri"/>
              </a:rPr>
              <a:t>NSFnet</a:t>
            </a:r>
            <a:r>
              <a:rPr lang="ru" dirty="0">
                <a:latin typeface="Times New Roman"/>
                <a:cs typeface="Calibri"/>
              </a:rPr>
              <a:t> </a:t>
            </a:r>
            <a:r>
              <a:rPr lang="ru" dirty="0" err="1">
                <a:latin typeface="Times New Roman"/>
                <a:cs typeface="Calibri"/>
              </a:rPr>
              <a:t>пое</a:t>
            </a:r>
            <a:r>
              <a:rPr lang="ru" dirty="0">
                <a:latin typeface="Times New Roman"/>
                <a:cs typeface="Calibri"/>
              </a:rPr>
              <a:t> Интернет (</a:t>
            </a:r>
            <a:r>
              <a:rPr lang="ru" dirty="0" err="1">
                <a:latin typeface="Times New Roman"/>
                <a:cs typeface="Calibri"/>
              </a:rPr>
              <a:t>както</a:t>
            </a:r>
            <a:r>
              <a:rPr lang="ru" dirty="0">
                <a:latin typeface="Times New Roman"/>
                <a:cs typeface="Calibri"/>
              </a:rPr>
              <a:t> се </a:t>
            </a:r>
            <a:r>
              <a:rPr lang="ru" dirty="0" err="1">
                <a:latin typeface="Times New Roman"/>
                <a:cs typeface="Calibri"/>
              </a:rPr>
              <a:t>нарича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сега</a:t>
            </a:r>
            <a:r>
              <a:rPr lang="ru" dirty="0">
                <a:latin typeface="Times New Roman"/>
                <a:cs typeface="Calibri"/>
              </a:rPr>
              <a:t>) от </a:t>
            </a:r>
            <a:r>
              <a:rPr lang="en-AU" dirty="0">
                <a:latin typeface="Times New Roman"/>
                <a:cs typeface="Calibri"/>
              </a:rPr>
              <a:t>ARPAnet</a:t>
            </a:r>
            <a:r>
              <a:rPr lang="ru" dirty="0">
                <a:latin typeface="Times New Roman"/>
                <a:cs typeface="Calibri"/>
              </a:rPr>
              <a:t> и </a:t>
            </a:r>
            <a:r>
              <a:rPr lang="ru" dirty="0" err="1">
                <a:latin typeface="Times New Roman"/>
                <a:cs typeface="Calibri"/>
              </a:rPr>
              <a:t>през</a:t>
            </a:r>
            <a:r>
              <a:rPr lang="ru" dirty="0">
                <a:latin typeface="Times New Roman"/>
                <a:cs typeface="Calibri"/>
              </a:rPr>
              <a:t> 1991г. </a:t>
            </a:r>
            <a:r>
              <a:rPr lang="ru" dirty="0" err="1">
                <a:latin typeface="Times New Roman"/>
                <a:cs typeface="Calibri"/>
              </a:rPr>
              <a:t>са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създадени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основите</a:t>
            </a:r>
            <a:r>
              <a:rPr lang="ru" dirty="0">
                <a:latin typeface="Times New Roman"/>
                <a:cs typeface="Calibri"/>
              </a:rPr>
              <a:t> на </a:t>
            </a:r>
            <a:r>
              <a:rPr lang="ru" dirty="0" err="1">
                <a:latin typeface="Times New Roman"/>
                <a:cs typeface="Calibri"/>
              </a:rPr>
              <a:t>Националната</a:t>
            </a:r>
            <a:r>
              <a:rPr lang="ru" dirty="0">
                <a:latin typeface="Times New Roman"/>
                <a:cs typeface="Calibri"/>
              </a:rPr>
              <a:t> научна и </a:t>
            </a:r>
            <a:r>
              <a:rPr lang="ru" dirty="0" err="1">
                <a:latin typeface="Times New Roman"/>
                <a:cs typeface="Calibri"/>
              </a:rPr>
              <a:t>образователна</a:t>
            </a:r>
            <a:r>
              <a:rPr lang="ru" dirty="0">
                <a:latin typeface="Times New Roman"/>
                <a:cs typeface="Calibri"/>
              </a:rPr>
              <a:t> мрежа (</a:t>
            </a:r>
            <a:r>
              <a:rPr lang="en-AU" dirty="0">
                <a:latin typeface="Times New Roman"/>
                <a:cs typeface="Calibri"/>
              </a:rPr>
              <a:t>NREN</a:t>
            </a:r>
            <a:r>
              <a:rPr lang="ru" dirty="0">
                <a:latin typeface="Times New Roman"/>
                <a:cs typeface="Calibri"/>
              </a:rPr>
              <a:t>).</a:t>
            </a:r>
            <a:endParaRPr lang="bg-BG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046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627F0F0-23D9-DB74-23CC-FB588936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Създаването на WAN И НЕГОВАТА ИСТОРИЯ(3)</a:t>
            </a:r>
            <a:endParaRPr lang="bg-BG" dirty="0">
              <a:latin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F0F26E80-6B42-5F6D-EA26-B8A1A0B7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>
                <a:latin typeface="Times New Roman"/>
                <a:cs typeface="Calibri"/>
              </a:rPr>
              <a:t>Целите на </a:t>
            </a:r>
            <a:r>
              <a:rPr lang="en-AU" dirty="0">
                <a:latin typeface="Times New Roman"/>
                <a:cs typeface="Calibri"/>
              </a:rPr>
              <a:t>NREN</a:t>
            </a:r>
            <a:r>
              <a:rPr lang="ru" dirty="0">
                <a:latin typeface="Times New Roman"/>
                <a:cs typeface="Calibri"/>
              </a:rPr>
              <a:t> </a:t>
            </a:r>
            <a:r>
              <a:rPr lang="ru" dirty="0" err="1">
                <a:latin typeface="Times New Roman"/>
                <a:cs typeface="Calibri"/>
              </a:rPr>
              <a:t>са</a:t>
            </a:r>
            <a:r>
              <a:rPr lang="ru" dirty="0">
                <a:latin typeface="Times New Roman"/>
                <a:cs typeface="Calibri"/>
              </a:rPr>
              <a:t> да </a:t>
            </a:r>
            <a:r>
              <a:rPr lang="ru" dirty="0" err="1">
                <a:latin typeface="Times New Roman"/>
                <a:cs typeface="Calibri"/>
              </a:rPr>
              <a:t>осъществява</a:t>
            </a:r>
            <a:r>
              <a:rPr lang="ru" dirty="0">
                <a:latin typeface="Times New Roman"/>
                <a:cs typeface="Calibri"/>
              </a:rPr>
              <a:t> и </a:t>
            </a:r>
            <a:r>
              <a:rPr lang="ru" dirty="0" err="1">
                <a:latin typeface="Times New Roman"/>
                <a:cs typeface="Calibri"/>
              </a:rPr>
              <a:t>поддържа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високи</a:t>
            </a:r>
            <a:r>
              <a:rPr lang="ru" dirty="0">
                <a:latin typeface="Times New Roman"/>
                <a:cs typeface="Calibri"/>
              </a:rPr>
              <a:t> скорости, </a:t>
            </a:r>
            <a:r>
              <a:rPr lang="ru" dirty="0" err="1">
                <a:latin typeface="Times New Roman"/>
                <a:cs typeface="Calibri"/>
              </a:rPr>
              <a:t>научни</a:t>
            </a:r>
            <a:r>
              <a:rPr lang="ru" dirty="0">
                <a:latin typeface="Times New Roman"/>
                <a:cs typeface="Calibri"/>
              </a:rPr>
              <a:t> и </a:t>
            </a:r>
            <a:r>
              <a:rPr lang="ru" dirty="0" err="1">
                <a:latin typeface="Times New Roman"/>
                <a:cs typeface="Calibri"/>
              </a:rPr>
              <a:t>образователни</a:t>
            </a:r>
            <a:r>
              <a:rPr lang="ru" dirty="0">
                <a:latin typeface="Times New Roman"/>
                <a:cs typeface="Calibri"/>
              </a:rPr>
              <a:t> мрежи с огромен </a:t>
            </a:r>
            <a:r>
              <a:rPr lang="ru" dirty="0" err="1">
                <a:latin typeface="Times New Roman"/>
                <a:cs typeface="Calibri"/>
              </a:rPr>
              <a:t>капацитет</a:t>
            </a:r>
            <a:r>
              <a:rPr lang="ru" dirty="0">
                <a:latin typeface="Times New Roman"/>
                <a:cs typeface="Calibri"/>
              </a:rPr>
              <a:t>, а </a:t>
            </a:r>
            <a:r>
              <a:rPr lang="ru" dirty="0" err="1">
                <a:latin typeface="Times New Roman"/>
                <a:cs typeface="Calibri"/>
              </a:rPr>
              <a:t>също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така</a:t>
            </a:r>
            <a:r>
              <a:rPr lang="ru" dirty="0">
                <a:latin typeface="Times New Roman"/>
                <a:cs typeface="Calibri"/>
              </a:rPr>
              <a:t> и да </a:t>
            </a:r>
            <a:r>
              <a:rPr lang="ru" dirty="0" err="1">
                <a:latin typeface="Times New Roman"/>
                <a:cs typeface="Calibri"/>
              </a:rPr>
              <a:t>развива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търговското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присъствие</a:t>
            </a:r>
            <a:r>
              <a:rPr lang="ru" dirty="0">
                <a:latin typeface="Times New Roman"/>
                <a:cs typeface="Calibri"/>
              </a:rPr>
              <a:t> в Интернет. </a:t>
            </a:r>
            <a:r>
              <a:rPr lang="ru" dirty="0" err="1">
                <a:latin typeface="Times New Roman"/>
                <a:cs typeface="Calibri"/>
              </a:rPr>
              <a:t>Този</a:t>
            </a:r>
            <a:r>
              <a:rPr lang="ru" dirty="0">
                <a:latin typeface="Times New Roman"/>
                <a:cs typeface="Calibri"/>
              </a:rPr>
              <a:t> момент е </a:t>
            </a:r>
            <a:r>
              <a:rPr lang="ru" dirty="0" err="1">
                <a:latin typeface="Times New Roman"/>
                <a:cs typeface="Calibri"/>
              </a:rPr>
              <a:t>изключително</a:t>
            </a:r>
            <a:r>
              <a:rPr lang="ru" dirty="0">
                <a:latin typeface="Times New Roman"/>
                <a:cs typeface="Calibri"/>
              </a:rPr>
              <a:t> важен за </a:t>
            </a:r>
            <a:r>
              <a:rPr lang="en-AU" dirty="0">
                <a:latin typeface="Times New Roman"/>
                <a:cs typeface="Calibri"/>
              </a:rPr>
              <a:t>WWW</a:t>
            </a:r>
            <a:r>
              <a:rPr lang="ru" dirty="0">
                <a:latin typeface="Times New Roman"/>
                <a:cs typeface="Calibri"/>
              </a:rPr>
              <a:t> (</a:t>
            </a:r>
            <a:r>
              <a:rPr lang="en-AU" dirty="0">
                <a:latin typeface="Times New Roman"/>
                <a:cs typeface="Calibri"/>
              </a:rPr>
              <a:t>Word</a:t>
            </a:r>
            <a:r>
              <a:rPr lang="ru" dirty="0">
                <a:latin typeface="Times New Roman"/>
                <a:cs typeface="Calibri"/>
              </a:rPr>
              <a:t> (Свят) </a:t>
            </a:r>
            <a:r>
              <a:rPr lang="en-AU" dirty="0">
                <a:latin typeface="Times New Roman"/>
                <a:cs typeface="Calibri"/>
              </a:rPr>
              <a:t>Wide</a:t>
            </a:r>
            <a:r>
              <a:rPr lang="ru" dirty="0">
                <a:latin typeface="Times New Roman"/>
                <a:cs typeface="Calibri"/>
              </a:rPr>
              <a:t>(</a:t>
            </a:r>
            <a:r>
              <a:rPr lang="ru" dirty="0" err="1">
                <a:latin typeface="Times New Roman"/>
                <a:cs typeface="Calibri"/>
              </a:rPr>
              <a:t>Надлъж</a:t>
            </a:r>
            <a:r>
              <a:rPr lang="ru" dirty="0">
                <a:latin typeface="Times New Roman"/>
                <a:cs typeface="Calibri"/>
              </a:rPr>
              <a:t> и </a:t>
            </a:r>
            <a:r>
              <a:rPr lang="ru" dirty="0" err="1">
                <a:latin typeface="Times New Roman"/>
                <a:cs typeface="Calibri"/>
              </a:rPr>
              <a:t>нашир</a:t>
            </a:r>
            <a:r>
              <a:rPr lang="ru" dirty="0">
                <a:latin typeface="Times New Roman"/>
                <a:cs typeface="Calibri"/>
              </a:rPr>
              <a:t>, на </a:t>
            </a:r>
            <a:r>
              <a:rPr lang="ru" dirty="0" err="1">
                <a:latin typeface="Times New Roman"/>
                <a:cs typeface="Calibri"/>
              </a:rPr>
              <a:t>голямо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разстояние</a:t>
            </a:r>
            <a:r>
              <a:rPr lang="ru" dirty="0">
                <a:latin typeface="Times New Roman"/>
                <a:cs typeface="Calibri"/>
              </a:rPr>
              <a:t>) </a:t>
            </a:r>
            <a:r>
              <a:rPr lang="en-AU" dirty="0">
                <a:latin typeface="Times New Roman"/>
                <a:cs typeface="Calibri"/>
              </a:rPr>
              <a:t>Web</a:t>
            </a:r>
            <a:r>
              <a:rPr lang="ru" dirty="0">
                <a:latin typeface="Times New Roman"/>
                <a:cs typeface="Calibri"/>
              </a:rPr>
              <a:t> (мрежа)), </a:t>
            </a:r>
            <a:r>
              <a:rPr lang="ru" dirty="0" err="1">
                <a:latin typeface="Times New Roman"/>
                <a:cs typeface="Calibri"/>
              </a:rPr>
              <a:t>която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бързо</a:t>
            </a:r>
            <a:r>
              <a:rPr lang="ru" dirty="0">
                <a:latin typeface="Times New Roman"/>
                <a:cs typeface="Calibri"/>
              </a:rPr>
              <a:t> бе </a:t>
            </a:r>
            <a:r>
              <a:rPr lang="ru" dirty="0" err="1">
                <a:latin typeface="Times New Roman"/>
                <a:cs typeface="Calibri"/>
              </a:rPr>
              <a:t>възприета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като</a:t>
            </a:r>
            <a:r>
              <a:rPr lang="ru" dirty="0">
                <a:latin typeface="Times New Roman"/>
                <a:cs typeface="Calibri"/>
              </a:rPr>
              <a:t> среда за </a:t>
            </a:r>
            <a:r>
              <a:rPr lang="ru" dirty="0" err="1">
                <a:latin typeface="Times New Roman"/>
                <a:cs typeface="Calibri"/>
              </a:rPr>
              <a:t>търговска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дейност</a:t>
            </a:r>
            <a:r>
              <a:rPr lang="ru" dirty="0">
                <a:latin typeface="Times New Roman"/>
                <a:cs typeface="Calibri"/>
              </a:rPr>
              <a:t> не само в </a:t>
            </a:r>
            <a:r>
              <a:rPr lang="ru" dirty="0" err="1">
                <a:latin typeface="Times New Roman"/>
                <a:cs typeface="Calibri"/>
              </a:rPr>
              <a:t>Северна</a:t>
            </a:r>
            <a:r>
              <a:rPr lang="ru" dirty="0">
                <a:latin typeface="Times New Roman"/>
                <a:cs typeface="Calibri"/>
              </a:rPr>
              <a:t> Америка, но и по </a:t>
            </a:r>
            <a:r>
              <a:rPr lang="ru" dirty="0" err="1">
                <a:latin typeface="Times New Roman"/>
                <a:cs typeface="Calibri"/>
              </a:rPr>
              <a:t>целия</a:t>
            </a:r>
            <a:r>
              <a:rPr lang="ru" dirty="0">
                <a:latin typeface="Times New Roman"/>
                <a:cs typeface="Calibri"/>
              </a:rPr>
              <a:t> свят.</a:t>
            </a:r>
            <a:endParaRPr lang="bg-BG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02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8F1A65A7-CBF5-2F7A-88DE-946F0AFB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Създаването на WAN И НЕГОВАТА ИСТОРИЯ(4)</a:t>
            </a:r>
            <a:endParaRPr lang="bg-BG" dirty="0">
              <a:latin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90EC7188-186C-987F-31EE-D01A6BD29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>
                <a:latin typeface="Times New Roman"/>
                <a:cs typeface="Calibri"/>
              </a:rPr>
              <a:t>При </a:t>
            </a:r>
            <a:r>
              <a:rPr lang="ru" dirty="0" err="1">
                <a:latin typeface="Times New Roman"/>
                <a:cs typeface="Calibri"/>
              </a:rPr>
              <a:t>това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търговците</a:t>
            </a:r>
            <a:r>
              <a:rPr lang="ru" dirty="0">
                <a:latin typeface="Times New Roman"/>
                <a:cs typeface="Calibri"/>
              </a:rPr>
              <a:t> не се </a:t>
            </a:r>
            <a:r>
              <a:rPr lang="ru" dirty="0" err="1">
                <a:latin typeface="Times New Roman"/>
                <a:cs typeface="Calibri"/>
              </a:rPr>
              <a:t>включват</a:t>
            </a:r>
            <a:r>
              <a:rPr lang="ru" dirty="0">
                <a:latin typeface="Times New Roman"/>
                <a:cs typeface="Calibri"/>
              </a:rPr>
              <a:t> в </a:t>
            </a:r>
            <a:r>
              <a:rPr lang="ru" dirty="0" err="1">
                <a:latin typeface="Times New Roman"/>
                <a:cs typeface="Calibri"/>
              </a:rPr>
              <a:t>мрежата</a:t>
            </a:r>
            <a:r>
              <a:rPr lang="ru" dirty="0">
                <a:latin typeface="Times New Roman"/>
                <a:cs typeface="Calibri"/>
              </a:rPr>
              <a:t> само за </a:t>
            </a:r>
            <a:r>
              <a:rPr lang="ru" dirty="0" err="1">
                <a:latin typeface="Times New Roman"/>
                <a:cs typeface="Calibri"/>
              </a:rPr>
              <a:t>проучване</a:t>
            </a:r>
            <a:r>
              <a:rPr lang="ru" dirty="0">
                <a:latin typeface="Times New Roman"/>
                <a:cs typeface="Calibri"/>
              </a:rPr>
              <a:t> или </a:t>
            </a:r>
            <a:r>
              <a:rPr lang="ru" dirty="0" err="1">
                <a:latin typeface="Times New Roman"/>
                <a:cs typeface="Calibri"/>
              </a:rPr>
              <a:t>електронна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поща</a:t>
            </a:r>
            <a:r>
              <a:rPr lang="ru" dirty="0">
                <a:latin typeface="Times New Roman"/>
                <a:cs typeface="Calibri"/>
              </a:rPr>
              <a:t>; те </a:t>
            </a:r>
            <a:r>
              <a:rPr lang="ru" dirty="0" err="1">
                <a:latin typeface="Times New Roman"/>
                <a:cs typeface="Calibri"/>
              </a:rPr>
              <a:t>са</a:t>
            </a:r>
            <a:r>
              <a:rPr lang="ru" dirty="0">
                <a:latin typeface="Times New Roman"/>
                <a:cs typeface="Calibri"/>
              </a:rPr>
              <a:t> там </a:t>
            </a:r>
            <a:r>
              <a:rPr lang="ru" dirty="0" err="1">
                <a:latin typeface="Times New Roman"/>
                <a:cs typeface="Calibri"/>
              </a:rPr>
              <a:t>защото</a:t>
            </a:r>
            <a:r>
              <a:rPr lang="ru" dirty="0">
                <a:latin typeface="Times New Roman"/>
                <a:cs typeface="Calibri"/>
              </a:rPr>
              <a:t> Интернет </a:t>
            </a:r>
            <a:r>
              <a:rPr lang="ru" dirty="0" err="1">
                <a:latin typeface="Times New Roman"/>
                <a:cs typeface="Calibri"/>
              </a:rPr>
              <a:t>предлага</a:t>
            </a:r>
            <a:r>
              <a:rPr lang="ru" dirty="0">
                <a:latin typeface="Times New Roman"/>
                <a:cs typeface="Calibri"/>
              </a:rPr>
              <a:t> огромен </a:t>
            </a:r>
            <a:r>
              <a:rPr lang="ru" dirty="0" err="1">
                <a:latin typeface="Times New Roman"/>
                <a:cs typeface="Calibri"/>
              </a:rPr>
              <a:t>търговски</a:t>
            </a:r>
            <a:r>
              <a:rPr lang="ru" dirty="0">
                <a:latin typeface="Times New Roman"/>
                <a:cs typeface="Calibri"/>
              </a:rPr>
              <a:t> потенциал. </a:t>
            </a:r>
            <a:r>
              <a:rPr lang="ru" dirty="0" err="1">
                <a:latin typeface="Times New Roman"/>
                <a:cs typeface="Calibri"/>
              </a:rPr>
              <a:t>Със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сигурност</a:t>
            </a:r>
            <a:r>
              <a:rPr lang="ru" dirty="0">
                <a:latin typeface="Times New Roman"/>
                <a:cs typeface="Calibri"/>
              </a:rPr>
              <a:t> Интернет е все </a:t>
            </a:r>
            <a:r>
              <a:rPr lang="ru" dirty="0" err="1">
                <a:latin typeface="Times New Roman"/>
                <a:cs typeface="Calibri"/>
              </a:rPr>
              <a:t>още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предимно</a:t>
            </a:r>
            <a:r>
              <a:rPr lang="ru" dirty="0">
                <a:latin typeface="Times New Roman"/>
                <a:cs typeface="Calibri"/>
              </a:rPr>
              <a:t> научна и академична мрежа </a:t>
            </a:r>
            <a:r>
              <a:rPr lang="ru" dirty="0" err="1">
                <a:latin typeface="Times New Roman"/>
                <a:cs typeface="Calibri"/>
              </a:rPr>
              <a:t>поне</a:t>
            </a:r>
            <a:r>
              <a:rPr lang="ru" dirty="0">
                <a:latin typeface="Times New Roman"/>
                <a:cs typeface="Calibri"/>
              </a:rPr>
              <a:t> от </a:t>
            </a:r>
            <a:r>
              <a:rPr lang="ru" dirty="0" err="1">
                <a:latin typeface="Times New Roman"/>
                <a:cs typeface="Calibri"/>
              </a:rPr>
              <a:t>гледна</a:t>
            </a:r>
            <a:r>
              <a:rPr lang="ru" dirty="0">
                <a:latin typeface="Times New Roman"/>
                <a:cs typeface="Calibri"/>
              </a:rPr>
              <a:t> точка на </a:t>
            </a:r>
            <a:r>
              <a:rPr lang="ru" dirty="0" err="1">
                <a:latin typeface="Times New Roman"/>
                <a:cs typeface="Calibri"/>
              </a:rPr>
              <a:t>творческата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дейност</a:t>
            </a:r>
            <a:r>
              <a:rPr lang="ru" dirty="0">
                <a:latin typeface="Times New Roman"/>
                <a:cs typeface="Calibri"/>
              </a:rPr>
              <a:t> и обхвата на </a:t>
            </a:r>
            <a:r>
              <a:rPr lang="ru" dirty="0" err="1">
                <a:latin typeface="Times New Roman"/>
                <a:cs typeface="Calibri"/>
              </a:rPr>
              <a:t>използуване</a:t>
            </a:r>
            <a:r>
              <a:rPr lang="ru" dirty="0">
                <a:latin typeface="Times New Roman"/>
                <a:cs typeface="Calibri"/>
              </a:rPr>
              <a:t>. </a:t>
            </a:r>
            <a:r>
              <a:rPr lang="ru" dirty="0" err="1">
                <a:latin typeface="Times New Roman"/>
                <a:cs typeface="Calibri"/>
              </a:rPr>
              <a:t>Съществува</a:t>
            </a:r>
            <a:r>
              <a:rPr lang="ru" dirty="0">
                <a:latin typeface="Times New Roman"/>
                <a:cs typeface="Calibri"/>
              </a:rPr>
              <a:t> огромна </a:t>
            </a:r>
            <a:r>
              <a:rPr lang="ru" dirty="0" err="1">
                <a:latin typeface="Times New Roman"/>
                <a:cs typeface="Calibri"/>
              </a:rPr>
              <a:t>активност</a:t>
            </a:r>
            <a:r>
              <a:rPr lang="ru" dirty="0">
                <a:latin typeface="Times New Roman"/>
                <a:cs typeface="Calibri"/>
              </a:rPr>
              <a:t> в </a:t>
            </a:r>
            <a:r>
              <a:rPr lang="ru" dirty="0" err="1">
                <a:latin typeface="Times New Roman"/>
                <a:cs typeface="Calibri"/>
              </a:rPr>
              <a:t>сферата</a:t>
            </a:r>
            <a:r>
              <a:rPr lang="ru" dirty="0">
                <a:latin typeface="Times New Roman"/>
                <a:cs typeface="Calibri"/>
              </a:rPr>
              <a:t> на </a:t>
            </a:r>
            <a:r>
              <a:rPr lang="ru" dirty="0" err="1">
                <a:latin typeface="Times New Roman"/>
                <a:cs typeface="Calibri"/>
              </a:rPr>
              <a:t>образованието</a:t>
            </a:r>
            <a:r>
              <a:rPr lang="ru" dirty="0">
                <a:latin typeface="Times New Roman"/>
                <a:cs typeface="Calibri"/>
              </a:rPr>
              <a:t>, </a:t>
            </a:r>
            <a:r>
              <a:rPr lang="ru" dirty="0" err="1">
                <a:latin typeface="Times New Roman"/>
                <a:cs typeface="Calibri"/>
              </a:rPr>
              <a:t>включени</a:t>
            </a:r>
            <a:r>
              <a:rPr lang="ru" dirty="0">
                <a:latin typeface="Times New Roman"/>
                <a:cs typeface="Calibri"/>
              </a:rPr>
              <a:t> </a:t>
            </a:r>
            <a:r>
              <a:rPr lang="ru" dirty="0" err="1">
                <a:latin typeface="Times New Roman"/>
                <a:cs typeface="Calibri"/>
              </a:rPr>
              <a:t>са</a:t>
            </a:r>
            <a:r>
              <a:rPr lang="ru" dirty="0">
                <a:latin typeface="Times New Roman"/>
                <a:cs typeface="Calibri"/>
              </a:rPr>
              <a:t> много общности и </a:t>
            </a:r>
            <a:r>
              <a:rPr lang="ru" dirty="0" err="1">
                <a:latin typeface="Times New Roman"/>
                <a:cs typeface="Calibri"/>
              </a:rPr>
              <a:t>некомерсиални</a:t>
            </a:r>
            <a:r>
              <a:rPr lang="ru" dirty="0">
                <a:latin typeface="Times New Roman"/>
                <a:cs typeface="Calibri"/>
              </a:rPr>
              <a:t> издания.</a:t>
            </a:r>
            <a:endParaRPr lang="bg-BG" dirty="0">
              <a:latin typeface="Times New Roman"/>
              <a:cs typeface="Calibri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8685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CB32AA1-FEED-11F7-0EFC-86FADEF5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Създаването на WAN И НЕГОВАТА ИСТОРИЯ(5)</a:t>
            </a:r>
            <a:endParaRPr lang="bg-BG" dirty="0">
              <a:latin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1C472D08-B262-6E71-D1E2-64BCA014B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" dirty="0">
                <a:latin typeface="Times New Roman"/>
                <a:cs typeface="Calibri"/>
              </a:rPr>
              <a:t>На 24.10.1995г. </a:t>
            </a:r>
            <a:r>
              <a:rPr lang="ru" err="1">
                <a:latin typeface="Times New Roman"/>
                <a:cs typeface="Calibri"/>
              </a:rPr>
              <a:t>Федералният</a:t>
            </a:r>
            <a:r>
              <a:rPr lang="ru" dirty="0">
                <a:latin typeface="Times New Roman"/>
                <a:cs typeface="Calibri"/>
              </a:rPr>
              <a:t> </a:t>
            </a:r>
            <a:r>
              <a:rPr lang="ru" err="1">
                <a:latin typeface="Times New Roman"/>
                <a:cs typeface="Calibri"/>
              </a:rPr>
              <a:t>съвет</a:t>
            </a:r>
            <a:r>
              <a:rPr lang="ru" dirty="0">
                <a:latin typeface="Times New Roman"/>
                <a:cs typeface="Calibri"/>
              </a:rPr>
              <a:t> за мрежи (</a:t>
            </a:r>
            <a:r>
              <a:rPr lang="en-AU" dirty="0">
                <a:latin typeface="Times New Roman"/>
                <a:cs typeface="Calibri"/>
              </a:rPr>
              <a:t>FNC</a:t>
            </a:r>
            <a:r>
              <a:rPr lang="ru" dirty="0">
                <a:latin typeface="Times New Roman"/>
                <a:cs typeface="Calibri"/>
              </a:rPr>
              <a:t>), приема резолюция, </a:t>
            </a:r>
            <a:r>
              <a:rPr lang="ru" dirty="0" err="1">
                <a:latin typeface="Times New Roman"/>
                <a:cs typeface="Calibri"/>
              </a:rPr>
              <a:t>дефинираща</a:t>
            </a:r>
            <a:r>
              <a:rPr lang="ru" dirty="0">
                <a:latin typeface="Times New Roman"/>
                <a:cs typeface="Calibri"/>
              </a:rPr>
              <a:t> термина Интернет</a:t>
            </a:r>
            <a:endParaRPr lang="bg-BG" dirty="0">
              <a:latin typeface="Times New Roman"/>
              <a:cs typeface="Calibri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6259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9D54CFE-FE1A-CD7C-6405-897CD2DD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За какво се използва </a:t>
            </a:r>
            <a:r>
              <a:rPr lang="bg-BG" dirty="0" err="1">
                <a:latin typeface="Times New Roman"/>
                <a:cs typeface="Calibri"/>
              </a:rPr>
              <a:t>Wan</a:t>
            </a:r>
            <a:r>
              <a:rPr lang="bg-BG" dirty="0">
                <a:latin typeface="Times New Roman"/>
                <a:cs typeface="Calibri"/>
              </a:rPr>
              <a:t>(обяснение)</a:t>
            </a:r>
            <a:endParaRPr lang="bg-BG" dirty="0" err="1">
              <a:latin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6FFCDF0-9FDB-DF1C-C18B-82A4CCDB0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WAN се използват за свързване на LAN и други видове мрежи заедно, така че потребителите и компютрите на едно място да могат да комуникират с потребители и компютри на друго място. </a:t>
            </a:r>
          </a:p>
        </p:txBody>
      </p:sp>
    </p:spTree>
    <p:extLst>
      <p:ext uri="{BB962C8B-B14F-4D97-AF65-F5344CB8AC3E}">
        <p14:creationId xmlns:p14="http://schemas.microsoft.com/office/powerpoint/2010/main" val="537872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559AC2C-358C-4F43-6F27-2A5165EB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ЗА КАКВО СЕ ИЗПОЛЗВА WAN(изображение)</a:t>
            </a:r>
            <a:endParaRPr lang="bg-BG" dirty="0">
              <a:latin typeface="Times New Roman"/>
            </a:endParaRPr>
          </a:p>
        </p:txBody>
      </p:sp>
      <p:pic>
        <p:nvPicPr>
          <p:cNvPr id="4" name="Картина 4">
            <a:extLst>
              <a:ext uri="{FF2B5EF4-FFF2-40B4-BE49-F238E27FC236}">
                <a16:creationId xmlns:a16="http://schemas.microsoft.com/office/drawing/2014/main" xmlns="" id="{881AFB3B-60FA-D5E4-A2C9-9E4E4D5D2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353" y="1930074"/>
            <a:ext cx="6577852" cy="4182034"/>
          </a:xfrm>
        </p:spPr>
      </p:pic>
    </p:spTree>
    <p:extLst>
      <p:ext uri="{BB962C8B-B14F-4D97-AF65-F5344CB8AC3E}">
        <p14:creationId xmlns:p14="http://schemas.microsoft.com/office/powerpoint/2010/main" val="92295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4442FB6-937A-AF46-C103-532DC9C1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Кой използва WAN 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3312FA25-92FA-842B-005B-0AD34906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Times New Roman"/>
                <a:cs typeface="Calibri"/>
              </a:rPr>
              <a:t>Бизнесът, както и училища и правителствени организации, използват WAN, за да предават данни на служители, студенти, клиенти, купувачи и доставчици от различни места по света. По същество този начин на телекомуникация позволява на бизнеса ефективно да изпълнява ежедневните си функции, независимо от местоположението. </a:t>
            </a:r>
            <a:endParaRPr lang="bg-BG">
              <a:latin typeface="Times New Roman"/>
              <a:cs typeface="Calibri"/>
            </a:endParaRP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073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76F5B74-D7B9-708F-0B65-DA5E3E8D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Пример за WAN</a:t>
            </a:r>
            <a:br>
              <a:rPr lang="bg-BG" dirty="0">
                <a:latin typeface="Times New Roman"/>
                <a:cs typeface="Calibri"/>
              </a:rPr>
            </a:br>
            <a:r>
              <a:rPr lang="bg-BG" dirty="0">
                <a:latin typeface="Times New Roman"/>
                <a:cs typeface="Calibri"/>
              </a:rPr>
              <a:t>(интернета)</a:t>
            </a:r>
            <a:endParaRPr lang="bg-BG" dirty="0">
              <a:cs typeface="Calibri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42CE9F5B-D66A-ACA5-4B64-17B9D6A06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cap="all" dirty="0">
                <a:latin typeface="Times New Roman"/>
                <a:cs typeface="Calibri"/>
              </a:rPr>
              <a:t>Интернета е един от най-известните </a:t>
            </a:r>
            <a:r>
              <a:rPr lang="bg-BG" cap="all" dirty="0" err="1">
                <a:latin typeface="Times New Roman"/>
                <a:cs typeface="Calibri"/>
              </a:rPr>
              <a:t>wan-нове</a:t>
            </a:r>
            <a:endParaRPr lang="bg-BG" cap="all">
              <a:latin typeface="Times New Roman"/>
              <a:cs typeface="Calibri"/>
            </a:endParaRPr>
          </a:p>
          <a:p>
            <a:endParaRPr lang="ru" cap="all" dirty="0">
              <a:latin typeface="Calibri"/>
              <a:cs typeface="Calibri"/>
            </a:endParaRPr>
          </a:p>
          <a:p>
            <a:pPr marL="0" indent="0">
              <a:buNone/>
            </a:pPr>
            <a:endParaRPr lang="bg-BG" cap="all" dirty="0">
              <a:latin typeface="Calibri"/>
              <a:cs typeface="Calibri"/>
            </a:endParaRPr>
          </a:p>
        </p:txBody>
      </p:sp>
      <p:pic>
        <p:nvPicPr>
          <p:cNvPr id="4" name="Картина 4" descr="Картина, която съдържа небе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42CC9A65-8699-B207-1BD1-148452583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82" y="2536692"/>
            <a:ext cx="6183405" cy="34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40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0C7B569-F731-E98D-4354-4F7DD1FA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Какво е интернета</a:t>
            </a:r>
            <a:endParaRPr lang="bg-BG">
              <a:latin typeface="Times New Roman"/>
              <a:cs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76AC312A-C035-8600-5405-886DF51CD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48098" cy="3450613"/>
          </a:xfrm>
        </p:spPr>
        <p:txBody>
          <a:bodyPr/>
          <a:lstStyle/>
          <a:p>
            <a:r>
              <a:rPr lang="ru" cap="all" dirty="0">
                <a:latin typeface="Times New Roman"/>
                <a:cs typeface="Times New Roman"/>
              </a:rPr>
              <a:t>ИНТЕРНЕТ Е МРЕЖА, ОБХВАЩАЩА ЗЕМНОТО КЪЛБО. ТЯ СЕ ОСНОВАВА  НА СВЕТОВНАТА КОМУНИКАЦИОННА МРЕЖА, ВКЛЮЧВАЩА КАБЕЛНИТЕ ТЕЛЕФОННИ ЛИННИ, СПЪТНИКОВИ, ОПТИЧНИ И ДР. ВРЪЗКИ. КЪМ  ИНТЕРНЕТ СА СВЪРЗАНИ  ДЕСЕТКИ ХИЛЯДИ КОМПЮТЪРНИ МРЕЖИ.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8665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56B4F774-A995-851A-F8AD-AE965A76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Как работи интернета(1)</a:t>
            </a:r>
            <a:endParaRPr lang="bg-BG">
              <a:latin typeface="Times New Roman"/>
              <a:cs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8AB3E540-DE7B-6245-ECA5-9CAA7D42A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dirty="0">
                <a:latin typeface="Times New Roman"/>
                <a:cs typeface="Calibri"/>
              </a:rPr>
              <a:t>При прехвърляне на данни между два компютъра чрез мрежа, която се състои от много компютри са необходими: адрес на местоназначението и средства за безопасно и бързо предаване на електронни сигнали. Internet използва специфичен компютърен език (протокол). Този език се състои от две части: TCP (</a:t>
            </a:r>
            <a:r>
              <a:rPr lang="bg-BG" dirty="0" err="1">
                <a:latin typeface="Times New Roman"/>
                <a:cs typeface="Calibri"/>
              </a:rPr>
              <a:t>Transmission</a:t>
            </a:r>
            <a:r>
              <a:rPr lang="bg-BG" dirty="0">
                <a:latin typeface="Times New Roman"/>
                <a:cs typeface="Calibri"/>
              </a:rPr>
              <a:t> </a:t>
            </a:r>
            <a:r>
              <a:rPr lang="bg-BG" dirty="0" err="1">
                <a:latin typeface="Times New Roman"/>
                <a:cs typeface="Calibri"/>
              </a:rPr>
              <a:t>Control</a:t>
            </a:r>
            <a:r>
              <a:rPr lang="bg-BG" dirty="0">
                <a:latin typeface="Times New Roman"/>
                <a:cs typeface="Calibri"/>
              </a:rPr>
              <a:t> </a:t>
            </a:r>
            <a:r>
              <a:rPr lang="bg-BG" dirty="0" err="1">
                <a:latin typeface="Times New Roman"/>
                <a:cs typeface="Calibri"/>
              </a:rPr>
              <a:t>Protocol</a:t>
            </a:r>
            <a:r>
              <a:rPr lang="bg-BG" dirty="0">
                <a:latin typeface="Times New Roman"/>
                <a:cs typeface="Calibri"/>
              </a:rPr>
              <a:t>) и IP (Internet </a:t>
            </a:r>
            <a:r>
              <a:rPr lang="bg-BG" dirty="0" err="1">
                <a:latin typeface="Times New Roman"/>
                <a:cs typeface="Calibri"/>
              </a:rPr>
              <a:t>Protocol</a:t>
            </a:r>
            <a:r>
              <a:rPr lang="bg-BG" dirty="0">
                <a:latin typeface="Times New Roman"/>
                <a:cs typeface="Calibri"/>
              </a:rPr>
              <a:t>).</a:t>
            </a:r>
          </a:p>
          <a:p>
            <a:pPr algn="just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38654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40CD36A-F808-64F8-BCAB-9C346B81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Как работи интернета(2)</a:t>
            </a:r>
            <a:endParaRPr lang="bg-BG">
              <a:latin typeface="Times New Roman"/>
              <a:cs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00544841-FF43-4499-3534-080A506A3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TCP/IP влиза в употреба, когато потребител на Интернет изпраща информация на друга машина. TCP разделя информацията на малки пакети от данни, като прибавя специални символи, с цел приемащият компютър да се увери, че пакетът не е бил повреден по време на пренасянето. IP поставя на пакета етикет с адресираща информация</a:t>
            </a:r>
            <a:r>
              <a:rPr lang="bg-BG" dirty="0"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504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F682D07-D15D-4A5D-CDA6-78909E4A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Характеристики (1)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9A0D2336-4A10-2048-AFE1-6F27BBA78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Макар че WAN мрежите могат да използват и частни връзки за свързване на отделните мрежи, често те използват обществените среди за пренос, например обществената телефонна система. Следователно скоростта на предаване често е по-малка от тази на LAN мрежите; типичната скорост по аналогови телефонни линии със съвременен бърз модем е 50 </a:t>
            </a:r>
            <a:r>
              <a:rPr lang="bg-BG" dirty="0" err="1">
                <a:latin typeface="Times New Roman"/>
                <a:cs typeface="Calibri"/>
              </a:rPr>
              <a:t>kbps</a:t>
            </a:r>
            <a:r>
              <a:rPr lang="bg-BG" dirty="0">
                <a:latin typeface="Times New Roman"/>
                <a:cs typeface="Calibri"/>
              </a:rPr>
              <a:t> или по-малко. Дори високоскоростните WAN връзки, като например Т1, връзките с кабелен модем и DSL линиите, притежават скорости в обхвата от 1 до 6 </a:t>
            </a:r>
            <a:r>
              <a:rPr lang="bg-BG" dirty="0" err="1">
                <a:latin typeface="Times New Roman"/>
                <a:cs typeface="Calibri"/>
              </a:rPr>
              <a:t>Mbps</a:t>
            </a:r>
            <a:r>
              <a:rPr lang="bg-BG" dirty="0">
                <a:latin typeface="Times New Roman"/>
                <a:cs typeface="Calibri"/>
              </a:rPr>
              <a:t>. От друга страна най-бавните й </a:t>
            </a:r>
            <a:r>
              <a:rPr lang="bg-BG" dirty="0" err="1">
                <a:latin typeface="Times New Roman"/>
                <a:cs typeface="Calibri"/>
              </a:rPr>
              <a:t>Ethernet</a:t>
            </a:r>
            <a:r>
              <a:rPr lang="bg-BG" dirty="0">
                <a:latin typeface="Times New Roman"/>
                <a:cs typeface="Calibri"/>
              </a:rPr>
              <a:t> LAN връзки имат скорост 10 </a:t>
            </a:r>
            <a:r>
              <a:rPr lang="bg-BG" dirty="0" err="1">
                <a:latin typeface="Times New Roman"/>
                <a:cs typeface="Calibri"/>
              </a:rPr>
              <a:t>Mbps</a:t>
            </a:r>
            <a:r>
              <a:rPr lang="bg-BG" dirty="0">
                <a:latin typeface="Times New Roman"/>
                <a:cs typeface="Calibri"/>
              </a:rPr>
              <a:t>.</a:t>
            </a:r>
            <a:endParaRPr lang="bg-BG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5830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5F12685-7738-624F-4426-F786BC2B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Характеристики(2)</a:t>
            </a:r>
            <a:endParaRPr lang="bg-BG">
              <a:latin typeface="Times New Roman"/>
              <a:cs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DE61BABB-9813-BA61-04A6-95BDA812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Друга характеристика на WAN е, че връзката към тях може да не се установява с помощта на постоянно свързване по кабел, както при кабелните LAN мрежи. Вместо това WAN връзките често, но не винаги, се установяват „при необходимост". Много WAN връзки всъщност са специално изградени и са постоянно включени, но въпреки това временните връзки са много по-често срещани, отколкото при LAN.</a:t>
            </a:r>
          </a:p>
        </p:txBody>
      </p:sp>
    </p:spTree>
    <p:extLst>
      <p:ext uri="{BB962C8B-B14F-4D97-AF65-F5344CB8AC3E}">
        <p14:creationId xmlns:p14="http://schemas.microsoft.com/office/powerpoint/2010/main" val="1281128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4CE3CFD-718E-D600-3310-6DCE585D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Характеристики((3)3 главни)</a:t>
            </a:r>
            <a:endParaRPr lang="bg-BG" dirty="0">
              <a:latin typeface="Times New Roman"/>
              <a:cs typeface="Times New Roman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E8492432-FB95-A3D6-7BA8-DD4B3D8C9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bg" dirty="0">
                <a:latin typeface="Times New Roman"/>
                <a:cs typeface="Calibri"/>
              </a:rPr>
              <a:t>- WAN мрежите обикновено свързват устройства, които са разделени
от по-широк географски район, отколкото може да бъде обслужван
LAN.
- WANS използват услугите на превозвачи, като телефон
компании, кабелни компании, сателитни системи и
мрежови доставчици.
- WANS използват серийни връзки от различни типове към
осигуряват достъп до честотна лента в големи географски
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3052669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A0590598-E2DD-86CE-60D9-FC4F5F16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Times New Roman"/>
                <a:cs typeface="Calibri"/>
              </a:rPr>
              <a:t>Въпроси                                    Отговори </a:t>
            </a:r>
            <a:endParaRPr lang="bg-BG">
              <a:latin typeface="Times New Roman"/>
              <a:cs typeface="Calibri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9092BE62-320C-5DF5-134E-A8F871E69D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bg-BG" dirty="0">
                <a:latin typeface="Times New Roman"/>
                <a:cs typeface="Calibri"/>
              </a:rPr>
              <a:t>Какво е WAN</a:t>
            </a:r>
            <a:endParaRPr lang="bg-BG">
              <a:latin typeface="Times New Roman"/>
            </a:endParaRPr>
          </a:p>
          <a:p>
            <a:r>
              <a:rPr lang="bg-BG" dirty="0">
                <a:latin typeface="Times New Roman"/>
                <a:cs typeface="Calibri"/>
              </a:rPr>
              <a:t>За какво се използва WAN</a:t>
            </a:r>
            <a:endParaRPr lang="bg-BG">
              <a:latin typeface="Times New Roman"/>
            </a:endParaRPr>
          </a:p>
          <a:p>
            <a:r>
              <a:rPr lang="bg-BG" dirty="0">
                <a:latin typeface="Times New Roman"/>
                <a:cs typeface="Calibri"/>
              </a:rPr>
              <a:t>Кой използва WAN</a:t>
            </a:r>
          </a:p>
          <a:p>
            <a:r>
              <a:rPr lang="bg-BG" dirty="0">
                <a:latin typeface="Times New Roman"/>
                <a:cs typeface="Calibri"/>
              </a:rPr>
              <a:t>Примери за WAN</a:t>
            </a:r>
          </a:p>
          <a:p>
            <a:r>
              <a:rPr lang="bg-BG" dirty="0">
                <a:latin typeface="Times New Roman"/>
                <a:cs typeface="Calibri"/>
              </a:rPr>
              <a:t>WAN или LAN е по-бърз</a:t>
            </a:r>
            <a:endParaRPr lang="bg">
              <a:latin typeface="Times New Roman"/>
            </a:endParaRP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69FF75F9-1EE5-EBA7-F2C5-D2041EA049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bg-BG" cap="all" dirty="0">
                <a:latin typeface="Times New Roman"/>
                <a:cs typeface="Calibri"/>
              </a:rPr>
              <a:t>Отговор</a:t>
            </a:r>
            <a:endParaRPr lang="bg-BG">
              <a:latin typeface="Times New Roman"/>
              <a:cs typeface="Calibri"/>
            </a:endParaRPr>
          </a:p>
          <a:p>
            <a:r>
              <a:rPr lang="bg-BG" cap="all" dirty="0">
                <a:latin typeface="Times New Roman"/>
                <a:cs typeface="Calibri"/>
              </a:rPr>
              <a:t>Отговор</a:t>
            </a:r>
          </a:p>
          <a:p>
            <a:r>
              <a:rPr lang="bg-BG" cap="all" dirty="0">
                <a:latin typeface="Times New Roman"/>
                <a:cs typeface="Calibri"/>
              </a:rPr>
              <a:t>Отговор</a:t>
            </a:r>
          </a:p>
          <a:p>
            <a:r>
              <a:rPr lang="bg-BG" cap="all" dirty="0">
                <a:latin typeface="Times New Roman"/>
                <a:cs typeface="Calibri"/>
              </a:rPr>
              <a:t>Отговор</a:t>
            </a:r>
          </a:p>
          <a:p>
            <a:r>
              <a:rPr lang="bg-BG" cap="all" dirty="0">
                <a:latin typeface="Times New Roman"/>
                <a:cs typeface="Calibri"/>
              </a:rPr>
              <a:t>Отговор</a:t>
            </a:r>
          </a:p>
        </p:txBody>
      </p:sp>
    </p:spTree>
    <p:extLst>
      <p:ext uri="{BB962C8B-B14F-4D97-AF65-F5344CB8AC3E}">
        <p14:creationId xmlns:p14="http://schemas.microsoft.com/office/powerpoint/2010/main" val="3179592642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и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0</TotalTime>
  <Words>526</Words>
  <Application>Microsoft Office PowerPoint</Application>
  <PresentationFormat>Custom</PresentationFormat>
  <Paragraphs>55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Галерия</vt:lpstr>
      <vt:lpstr>Wan Мрежи</vt:lpstr>
      <vt:lpstr>СЪДЪРЖАНИЕ</vt:lpstr>
      <vt:lpstr>Какво е Wan</vt:lpstr>
      <vt:lpstr>Създаването на WAN И НЕГОВАТА ИСТОРИЯ(1)</vt:lpstr>
      <vt:lpstr>Създаването на WAN И НЕГОВАТА ИСТОРИЯ(2)</vt:lpstr>
      <vt:lpstr>Създаването на WAN И НЕГОВАТА ИСТОРИЯ(3)</vt:lpstr>
      <vt:lpstr>Създаването на WAN И НЕГОВАТА ИСТОРИЯ(4)</vt:lpstr>
      <vt:lpstr>Създаването на WAN И НЕГОВАТА ИСТОРИЯ(5)</vt:lpstr>
      <vt:lpstr>За какво се използва Wan(обяснение)</vt:lpstr>
      <vt:lpstr>ЗА КАКВО СЕ ИЗПОЛЗВА WAN(изображение)</vt:lpstr>
      <vt:lpstr>Кой използва WAN </vt:lpstr>
      <vt:lpstr>Пример за WAN (интернета)</vt:lpstr>
      <vt:lpstr>Какво е интернета</vt:lpstr>
      <vt:lpstr>Как работи интернета(1)</vt:lpstr>
      <vt:lpstr>Как работи интернета(2)</vt:lpstr>
      <vt:lpstr>Характеристики (1)</vt:lpstr>
      <vt:lpstr>Характеристики(2)</vt:lpstr>
      <vt:lpstr>Характеристики((3)3 главни)</vt:lpstr>
      <vt:lpstr>Въпроси                                    Отговори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 Мрежи</dc:title>
  <dc:creator>PC-0</dc:creator>
  <cp:lastModifiedBy>PC-0</cp:lastModifiedBy>
  <cp:revision>285</cp:revision>
  <dcterms:created xsi:type="dcterms:W3CDTF">2022-12-20T18:05:17Z</dcterms:created>
  <dcterms:modified xsi:type="dcterms:W3CDTF">2022-12-21T05:49:47Z</dcterms:modified>
</cp:coreProperties>
</file>