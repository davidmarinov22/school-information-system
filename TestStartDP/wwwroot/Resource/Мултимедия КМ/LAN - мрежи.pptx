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4" r:id="rId21"/>
    <p:sldId id="275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86AE"/>
    <a:srgbClr val="5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F547E9-6795-4689-AF34-896FDF825291}" type="doc">
      <dgm:prSet loTypeId="urn:microsoft.com/office/officeart/2005/8/layout/hList7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216346-1C8C-420E-BEFF-2850FC47AEDC}">
      <dgm:prSet phldrT="[Text]"/>
      <dgm:spPr/>
      <dgm:t>
        <a:bodyPr/>
        <a:lstStyle/>
        <a:p>
          <a:pPr marL="0" lvl="0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bg-BG" sz="2600" dirty="0"/>
        </a:p>
      </dgm:t>
    </dgm:pt>
    <dgm:pt modelId="{06675018-0C92-472F-A2C7-06249A1346A4}" type="parTrans" cxnId="{BC3C37C7-10CE-48CF-A778-D129D3E7AE86}">
      <dgm:prSet/>
      <dgm:spPr/>
      <dgm:t>
        <a:bodyPr/>
        <a:lstStyle/>
        <a:p>
          <a:endParaRPr lang="en-US"/>
        </a:p>
      </dgm:t>
    </dgm:pt>
    <dgm:pt modelId="{4AC569D3-20F2-40E2-8927-D6F0319960B1}" type="sibTrans" cxnId="{BC3C37C7-10CE-48CF-A778-D129D3E7AE86}">
      <dgm:prSet/>
      <dgm:spPr/>
      <dgm:t>
        <a:bodyPr/>
        <a:lstStyle/>
        <a:p>
          <a:endParaRPr lang="en-US"/>
        </a:p>
      </dgm:t>
    </dgm:pt>
    <dgm:pt modelId="{A212B07F-EFA4-4012-A7D7-8726B00C7ED6}">
      <dgm:prSet phldrT="[Text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bg-BG" sz="2600" dirty="0"/>
            <a:t>Шинна</a:t>
          </a:r>
          <a:endParaRPr lang="en-US" sz="2600" dirty="0"/>
        </a:p>
        <a:p>
          <a:pPr marL="228600" lvl="1" indent="0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n-US" sz="2000" dirty="0"/>
        </a:p>
      </dgm:t>
    </dgm:pt>
    <dgm:pt modelId="{73EE35C9-BAA6-43C1-A397-C94DAD5BCF9A}" type="parTrans" cxnId="{9F541025-5C8D-411C-9644-B3EB7769A24E}">
      <dgm:prSet/>
      <dgm:spPr/>
      <dgm:t>
        <a:bodyPr/>
        <a:lstStyle/>
        <a:p>
          <a:endParaRPr lang="en-US"/>
        </a:p>
      </dgm:t>
    </dgm:pt>
    <dgm:pt modelId="{1358709E-AB9F-4347-B479-85C837BEE19A}" type="sibTrans" cxnId="{9F541025-5C8D-411C-9644-B3EB7769A24E}">
      <dgm:prSet/>
      <dgm:spPr/>
      <dgm:t>
        <a:bodyPr/>
        <a:lstStyle/>
        <a:p>
          <a:endParaRPr lang="en-US"/>
        </a:p>
      </dgm:t>
    </dgm:pt>
    <dgm:pt modelId="{95803DBD-81D0-4FE0-B3CD-B91335C8FC37}">
      <dgm:prSet phldrT="[Text]"/>
      <dgm:spPr/>
      <dgm:t>
        <a:bodyPr/>
        <a:lstStyle/>
        <a:p>
          <a:r>
            <a:rPr lang="bg-BG" dirty="0"/>
            <a:t>Кръговидна</a:t>
          </a:r>
          <a:endParaRPr lang="en-US" dirty="0"/>
        </a:p>
      </dgm:t>
    </dgm:pt>
    <dgm:pt modelId="{E5FB2569-8C97-4982-8E4C-09479672E585}" type="parTrans" cxnId="{6A78E68E-E215-40A3-969E-825A7212967D}">
      <dgm:prSet/>
      <dgm:spPr/>
      <dgm:t>
        <a:bodyPr/>
        <a:lstStyle/>
        <a:p>
          <a:endParaRPr lang="en-US"/>
        </a:p>
      </dgm:t>
    </dgm:pt>
    <dgm:pt modelId="{A9936D89-6F51-4D7F-BCFE-D97F90A21F85}" type="sibTrans" cxnId="{6A78E68E-E215-40A3-969E-825A7212967D}">
      <dgm:prSet/>
      <dgm:spPr/>
      <dgm:t>
        <a:bodyPr/>
        <a:lstStyle/>
        <a:p>
          <a:endParaRPr lang="en-US"/>
        </a:p>
      </dgm:t>
    </dgm:pt>
    <dgm:pt modelId="{3F8565BD-9385-4CE5-B10C-C166F88989FC}">
      <dgm:prSet phldrT="[Text]"/>
      <dgm:spPr/>
      <dgm:t>
        <a:bodyPr/>
        <a:lstStyle/>
        <a:p>
          <a:r>
            <a:rPr lang="bg-BG" dirty="0"/>
            <a:t>Звездообразна</a:t>
          </a:r>
          <a:endParaRPr lang="en-US" dirty="0"/>
        </a:p>
      </dgm:t>
    </dgm:pt>
    <dgm:pt modelId="{9218E304-67A6-4846-BFDF-4EDA9E047AC2}" type="parTrans" cxnId="{21141B74-0D9F-4808-B9CB-D974EE5D5103}">
      <dgm:prSet/>
      <dgm:spPr/>
      <dgm:t>
        <a:bodyPr/>
        <a:lstStyle/>
        <a:p>
          <a:endParaRPr lang="en-US"/>
        </a:p>
      </dgm:t>
    </dgm:pt>
    <dgm:pt modelId="{D4BD4866-07E3-4942-B50F-A03DFF660A80}" type="sibTrans" cxnId="{21141B74-0D9F-4808-B9CB-D974EE5D5103}">
      <dgm:prSet/>
      <dgm:spPr/>
      <dgm:t>
        <a:bodyPr/>
        <a:lstStyle/>
        <a:p>
          <a:endParaRPr lang="en-US"/>
        </a:p>
      </dgm:t>
    </dgm:pt>
    <dgm:pt modelId="{A93D06E1-862D-43B7-89F0-B536DB82C947}">
      <dgm:prSet phldrT="[Text]" custT="1"/>
      <dgm:spPr/>
      <dgm:t>
        <a:bodyPr/>
        <a:lstStyle/>
        <a:p>
          <a:pPr marL="228600" lvl="1" indent="0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n-US" sz="2000" dirty="0"/>
        </a:p>
      </dgm:t>
    </dgm:pt>
    <dgm:pt modelId="{C8787ED8-8A67-4497-8F33-10363A5967E3}" type="parTrans" cxnId="{99577474-D7A9-452E-848D-00DCEA101E92}">
      <dgm:prSet/>
      <dgm:spPr/>
      <dgm:t>
        <a:bodyPr/>
        <a:lstStyle/>
        <a:p>
          <a:endParaRPr lang="en-US"/>
        </a:p>
      </dgm:t>
    </dgm:pt>
    <dgm:pt modelId="{14A53D69-88C9-4BA1-A6EE-BD35E8AFF4BD}" type="sibTrans" cxnId="{99577474-D7A9-452E-848D-00DCEA101E92}">
      <dgm:prSet/>
      <dgm:spPr/>
      <dgm:t>
        <a:bodyPr/>
        <a:lstStyle/>
        <a:p>
          <a:endParaRPr lang="en-US"/>
        </a:p>
      </dgm:t>
    </dgm:pt>
    <dgm:pt modelId="{CC41B825-A7F4-4C24-8BA0-E8D3B7212C55}" type="pres">
      <dgm:prSet presAssocID="{DAF547E9-6795-4689-AF34-896FDF825291}" presName="Name0" presStyleCnt="0">
        <dgm:presLayoutVars>
          <dgm:dir/>
          <dgm:resizeHandles val="exact"/>
        </dgm:presLayoutVars>
      </dgm:prSet>
      <dgm:spPr/>
    </dgm:pt>
    <dgm:pt modelId="{D9CE63CA-D332-4DA6-92E3-F6F9C79CB73B}" type="pres">
      <dgm:prSet presAssocID="{DAF547E9-6795-4689-AF34-896FDF825291}" presName="fgShape" presStyleLbl="fgShp" presStyleIdx="0" presStyleCnt="1"/>
      <dgm:spPr/>
    </dgm:pt>
    <dgm:pt modelId="{38650B38-5E61-4EA0-8BAB-355982A5C5A8}" type="pres">
      <dgm:prSet presAssocID="{DAF547E9-6795-4689-AF34-896FDF825291}" presName="linComp" presStyleCnt="0"/>
      <dgm:spPr/>
    </dgm:pt>
    <dgm:pt modelId="{AE3C0122-4C9A-4741-91B6-A13BEC142802}" type="pres">
      <dgm:prSet presAssocID="{15216346-1C8C-420E-BEFF-2850FC47AEDC}" presName="compNode" presStyleCnt="0"/>
      <dgm:spPr/>
    </dgm:pt>
    <dgm:pt modelId="{D25267EC-F2F5-4E53-B988-94556E8B380D}" type="pres">
      <dgm:prSet presAssocID="{15216346-1C8C-420E-BEFF-2850FC47AEDC}" presName="bkgdShape" presStyleLbl="node1" presStyleIdx="0" presStyleCnt="3"/>
      <dgm:spPr/>
    </dgm:pt>
    <dgm:pt modelId="{17D6B8DB-6829-47DA-A6B4-BA19494B96AC}" type="pres">
      <dgm:prSet presAssocID="{15216346-1C8C-420E-BEFF-2850FC47AEDC}" presName="nodeTx" presStyleLbl="node1" presStyleIdx="0" presStyleCnt="3">
        <dgm:presLayoutVars>
          <dgm:bulletEnabled val="1"/>
        </dgm:presLayoutVars>
      </dgm:prSet>
      <dgm:spPr/>
    </dgm:pt>
    <dgm:pt modelId="{A1AD1A26-067D-45AC-A013-74DE1ACD44E1}" type="pres">
      <dgm:prSet presAssocID="{15216346-1C8C-420E-BEFF-2850FC47AEDC}" presName="invisiNode" presStyleLbl="node1" presStyleIdx="0" presStyleCnt="3"/>
      <dgm:spPr/>
    </dgm:pt>
    <dgm:pt modelId="{FAD7F97C-E56C-49D2-9082-A954D9E6CC58}" type="pres">
      <dgm:prSet presAssocID="{15216346-1C8C-420E-BEFF-2850FC47AEDC}" presName="imagNode" presStyleLbl="fgImgPlace1" presStyleIdx="0" presStyleCnt="3"/>
      <dgm:spPr>
        <a:blipFill rotWithShape="1">
          <a:blip xmlns:r="http://schemas.openxmlformats.org/officeDocument/2006/relationships" r:embed="rId1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 l="-10000" r="-10000"/>
          </a:stretch>
        </a:blipFill>
      </dgm:spPr>
    </dgm:pt>
    <dgm:pt modelId="{0D3DC36F-023D-4403-B349-120E6242DDBC}" type="pres">
      <dgm:prSet presAssocID="{4AC569D3-20F2-40E2-8927-D6F0319960B1}" presName="sibTrans" presStyleLbl="sibTrans2D1" presStyleIdx="0" presStyleCnt="0"/>
      <dgm:spPr/>
    </dgm:pt>
    <dgm:pt modelId="{08B48CEE-BC6A-4CF6-99F7-8BDA464EF9E4}" type="pres">
      <dgm:prSet presAssocID="{95803DBD-81D0-4FE0-B3CD-B91335C8FC37}" presName="compNode" presStyleCnt="0"/>
      <dgm:spPr/>
    </dgm:pt>
    <dgm:pt modelId="{300E6C14-1D0E-4531-8BD3-835907DAC4AF}" type="pres">
      <dgm:prSet presAssocID="{95803DBD-81D0-4FE0-B3CD-B91335C8FC37}" presName="bkgdShape" presStyleLbl="node1" presStyleIdx="1" presStyleCnt="3"/>
      <dgm:spPr/>
    </dgm:pt>
    <dgm:pt modelId="{982D8059-3FC6-4E76-8EE6-911D8A5D9C7C}" type="pres">
      <dgm:prSet presAssocID="{95803DBD-81D0-4FE0-B3CD-B91335C8FC37}" presName="nodeTx" presStyleLbl="node1" presStyleIdx="1" presStyleCnt="3">
        <dgm:presLayoutVars>
          <dgm:bulletEnabled val="1"/>
        </dgm:presLayoutVars>
      </dgm:prSet>
      <dgm:spPr/>
    </dgm:pt>
    <dgm:pt modelId="{0229DCB9-F537-4E60-8A2D-627E04259A9A}" type="pres">
      <dgm:prSet presAssocID="{95803DBD-81D0-4FE0-B3CD-B91335C8FC37}" presName="invisiNode" presStyleLbl="node1" presStyleIdx="1" presStyleCnt="3"/>
      <dgm:spPr/>
    </dgm:pt>
    <dgm:pt modelId="{A5BE433C-7E7F-4AB8-8619-45038392FDF7}" type="pres">
      <dgm:prSet presAssocID="{95803DBD-81D0-4FE0-B3CD-B91335C8FC37}" presName="imagNode" presStyleLbl="fgImgPlace1" presStyleIdx="1" presStyleCnt="3" custLinFactNeighborY="422"/>
      <dgm:spPr>
        <a:blipFill rotWithShape="1">
          <a:blip xmlns:r="http://schemas.openxmlformats.org/officeDocument/2006/relationships" r:embed="rId2"/>
          <a:srcRect/>
          <a:stretch>
            <a:fillRect t="-1000" b="-1000"/>
          </a:stretch>
        </a:blipFill>
      </dgm:spPr>
    </dgm:pt>
    <dgm:pt modelId="{4E3B02C7-FF2B-4F87-93FF-6D4878C05C64}" type="pres">
      <dgm:prSet presAssocID="{A9936D89-6F51-4D7F-BCFE-D97F90A21F85}" presName="sibTrans" presStyleLbl="sibTrans2D1" presStyleIdx="0" presStyleCnt="0"/>
      <dgm:spPr/>
    </dgm:pt>
    <dgm:pt modelId="{F473D075-AFA7-4B21-984B-5F42D85CE04C}" type="pres">
      <dgm:prSet presAssocID="{3F8565BD-9385-4CE5-B10C-C166F88989FC}" presName="compNode" presStyleCnt="0"/>
      <dgm:spPr/>
    </dgm:pt>
    <dgm:pt modelId="{733DBF9E-D6CE-4B2E-9131-B5DE3CCCF653}" type="pres">
      <dgm:prSet presAssocID="{3F8565BD-9385-4CE5-B10C-C166F88989FC}" presName="bkgdShape" presStyleLbl="node1" presStyleIdx="2" presStyleCnt="3"/>
      <dgm:spPr/>
    </dgm:pt>
    <dgm:pt modelId="{994CED49-F858-449F-AFDB-DDD22B4D5071}" type="pres">
      <dgm:prSet presAssocID="{3F8565BD-9385-4CE5-B10C-C166F88989FC}" presName="nodeTx" presStyleLbl="node1" presStyleIdx="2" presStyleCnt="3">
        <dgm:presLayoutVars>
          <dgm:bulletEnabled val="1"/>
        </dgm:presLayoutVars>
      </dgm:prSet>
      <dgm:spPr/>
    </dgm:pt>
    <dgm:pt modelId="{3590C01D-43C8-428D-A546-FF47E65AED1A}" type="pres">
      <dgm:prSet presAssocID="{3F8565BD-9385-4CE5-B10C-C166F88989FC}" presName="invisiNode" presStyleLbl="node1" presStyleIdx="2" presStyleCnt="3"/>
      <dgm:spPr/>
    </dgm:pt>
    <dgm:pt modelId="{48A4EAB6-ACC9-47D7-B331-AEC4FFE05A06}" type="pres">
      <dgm:prSet presAssocID="{3F8565BD-9385-4CE5-B10C-C166F88989FC}" presName="imagNode" presStyleLbl="fgImgPlace1" presStyleIdx="2" presStyleCnt="3"/>
      <dgm:spPr>
        <a:blipFill rotWithShape="1">
          <a:blip xmlns:r="http://schemas.openxmlformats.org/officeDocument/2006/relationships"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 t="-1000" b="-1000"/>
          </a:stretch>
        </a:blipFill>
      </dgm:spPr>
    </dgm:pt>
  </dgm:ptLst>
  <dgm:cxnLst>
    <dgm:cxn modelId="{5F01AB07-F9EF-4B57-A506-D9336F9455A7}" type="presOf" srcId="{95803DBD-81D0-4FE0-B3CD-B91335C8FC37}" destId="{982D8059-3FC6-4E76-8EE6-911D8A5D9C7C}" srcOrd="1" destOrd="0" presId="urn:microsoft.com/office/officeart/2005/8/layout/hList7"/>
    <dgm:cxn modelId="{FD4E140E-E6EA-4B97-BEE6-24BCE10A9E7C}" type="presOf" srcId="{15216346-1C8C-420E-BEFF-2850FC47AEDC}" destId="{17D6B8DB-6829-47DA-A6B4-BA19494B96AC}" srcOrd="1" destOrd="0" presId="urn:microsoft.com/office/officeart/2005/8/layout/hList7"/>
    <dgm:cxn modelId="{9F541025-5C8D-411C-9644-B3EB7769A24E}" srcId="{15216346-1C8C-420E-BEFF-2850FC47AEDC}" destId="{A212B07F-EFA4-4012-A7D7-8726B00C7ED6}" srcOrd="1" destOrd="0" parTransId="{73EE35C9-BAA6-43C1-A397-C94DAD5BCF9A}" sibTransId="{1358709E-AB9F-4347-B479-85C837BEE19A}"/>
    <dgm:cxn modelId="{2D2F4134-4050-414C-9490-5D41D7227975}" type="presOf" srcId="{4AC569D3-20F2-40E2-8927-D6F0319960B1}" destId="{0D3DC36F-023D-4403-B349-120E6242DDBC}" srcOrd="0" destOrd="0" presId="urn:microsoft.com/office/officeart/2005/8/layout/hList7"/>
    <dgm:cxn modelId="{A1D99B64-DE1A-4E9D-ABAF-DCA4CB967F43}" type="presOf" srcId="{95803DBD-81D0-4FE0-B3CD-B91335C8FC37}" destId="{300E6C14-1D0E-4531-8BD3-835907DAC4AF}" srcOrd="0" destOrd="0" presId="urn:microsoft.com/office/officeart/2005/8/layout/hList7"/>
    <dgm:cxn modelId="{22D54C6C-53D1-4001-BD51-6364B299B10B}" type="presOf" srcId="{3F8565BD-9385-4CE5-B10C-C166F88989FC}" destId="{733DBF9E-D6CE-4B2E-9131-B5DE3CCCF653}" srcOrd="0" destOrd="0" presId="urn:microsoft.com/office/officeart/2005/8/layout/hList7"/>
    <dgm:cxn modelId="{341A4473-CC34-487A-B4DD-C15CA18D0A1A}" type="presOf" srcId="{DAF547E9-6795-4689-AF34-896FDF825291}" destId="{CC41B825-A7F4-4C24-8BA0-E8D3B7212C55}" srcOrd="0" destOrd="0" presId="urn:microsoft.com/office/officeart/2005/8/layout/hList7"/>
    <dgm:cxn modelId="{21141B74-0D9F-4808-B9CB-D974EE5D5103}" srcId="{DAF547E9-6795-4689-AF34-896FDF825291}" destId="{3F8565BD-9385-4CE5-B10C-C166F88989FC}" srcOrd="2" destOrd="0" parTransId="{9218E304-67A6-4846-BFDF-4EDA9E047AC2}" sibTransId="{D4BD4866-07E3-4942-B50F-A03DFF660A80}"/>
    <dgm:cxn modelId="{99577474-D7A9-452E-848D-00DCEA101E92}" srcId="{15216346-1C8C-420E-BEFF-2850FC47AEDC}" destId="{A93D06E1-862D-43B7-89F0-B536DB82C947}" srcOrd="0" destOrd="0" parTransId="{C8787ED8-8A67-4497-8F33-10363A5967E3}" sibTransId="{14A53D69-88C9-4BA1-A6EE-BD35E8AFF4BD}"/>
    <dgm:cxn modelId="{901B7379-E280-4493-9DE9-64D6D3D45479}" type="presOf" srcId="{A9936D89-6F51-4D7F-BCFE-D97F90A21F85}" destId="{4E3B02C7-FF2B-4F87-93FF-6D4878C05C64}" srcOrd="0" destOrd="0" presId="urn:microsoft.com/office/officeart/2005/8/layout/hList7"/>
    <dgm:cxn modelId="{30524889-40C0-469A-893C-07D1D387C57E}" type="presOf" srcId="{A212B07F-EFA4-4012-A7D7-8726B00C7ED6}" destId="{D25267EC-F2F5-4E53-B988-94556E8B380D}" srcOrd="0" destOrd="2" presId="urn:microsoft.com/office/officeart/2005/8/layout/hList7"/>
    <dgm:cxn modelId="{AD7E7B8B-50BA-4825-BF80-5C4AD6AE5D9A}" type="presOf" srcId="{3F8565BD-9385-4CE5-B10C-C166F88989FC}" destId="{994CED49-F858-449F-AFDB-DDD22B4D5071}" srcOrd="1" destOrd="0" presId="urn:microsoft.com/office/officeart/2005/8/layout/hList7"/>
    <dgm:cxn modelId="{6A78E68E-E215-40A3-969E-825A7212967D}" srcId="{DAF547E9-6795-4689-AF34-896FDF825291}" destId="{95803DBD-81D0-4FE0-B3CD-B91335C8FC37}" srcOrd="1" destOrd="0" parTransId="{E5FB2569-8C97-4982-8E4C-09479672E585}" sibTransId="{A9936D89-6F51-4D7F-BCFE-D97F90A21F85}"/>
    <dgm:cxn modelId="{08225CA0-1B30-4CD2-B67C-7BB2A73EC167}" type="presOf" srcId="{15216346-1C8C-420E-BEFF-2850FC47AEDC}" destId="{D25267EC-F2F5-4E53-B988-94556E8B380D}" srcOrd="0" destOrd="0" presId="urn:microsoft.com/office/officeart/2005/8/layout/hList7"/>
    <dgm:cxn modelId="{F19F62A4-AF4F-44EB-830B-D72195856621}" type="presOf" srcId="{A212B07F-EFA4-4012-A7D7-8726B00C7ED6}" destId="{17D6B8DB-6829-47DA-A6B4-BA19494B96AC}" srcOrd="1" destOrd="2" presId="urn:microsoft.com/office/officeart/2005/8/layout/hList7"/>
    <dgm:cxn modelId="{BC3C37C7-10CE-48CF-A778-D129D3E7AE86}" srcId="{DAF547E9-6795-4689-AF34-896FDF825291}" destId="{15216346-1C8C-420E-BEFF-2850FC47AEDC}" srcOrd="0" destOrd="0" parTransId="{06675018-0C92-472F-A2C7-06249A1346A4}" sibTransId="{4AC569D3-20F2-40E2-8927-D6F0319960B1}"/>
    <dgm:cxn modelId="{74BFC1F8-A98E-4CB1-BA0E-1995740450D0}" type="presOf" srcId="{A93D06E1-862D-43B7-89F0-B536DB82C947}" destId="{17D6B8DB-6829-47DA-A6B4-BA19494B96AC}" srcOrd="1" destOrd="1" presId="urn:microsoft.com/office/officeart/2005/8/layout/hList7"/>
    <dgm:cxn modelId="{60AF13FA-C110-4174-B8D2-878806B99487}" type="presOf" srcId="{A93D06E1-862D-43B7-89F0-B536DB82C947}" destId="{D25267EC-F2F5-4E53-B988-94556E8B380D}" srcOrd="0" destOrd="1" presId="urn:microsoft.com/office/officeart/2005/8/layout/hList7"/>
    <dgm:cxn modelId="{11652BAF-308A-4561-9A50-F6E49CD4F1A0}" type="presParOf" srcId="{CC41B825-A7F4-4C24-8BA0-E8D3B7212C55}" destId="{D9CE63CA-D332-4DA6-92E3-F6F9C79CB73B}" srcOrd="0" destOrd="0" presId="urn:microsoft.com/office/officeart/2005/8/layout/hList7"/>
    <dgm:cxn modelId="{D4704140-82AE-4575-8D30-1A4BCFA292ED}" type="presParOf" srcId="{CC41B825-A7F4-4C24-8BA0-E8D3B7212C55}" destId="{38650B38-5E61-4EA0-8BAB-355982A5C5A8}" srcOrd="1" destOrd="0" presId="urn:microsoft.com/office/officeart/2005/8/layout/hList7"/>
    <dgm:cxn modelId="{E32D9B26-218B-423C-B8E1-736483155B0E}" type="presParOf" srcId="{38650B38-5E61-4EA0-8BAB-355982A5C5A8}" destId="{AE3C0122-4C9A-4741-91B6-A13BEC142802}" srcOrd="0" destOrd="0" presId="urn:microsoft.com/office/officeart/2005/8/layout/hList7"/>
    <dgm:cxn modelId="{638D05F9-4A3C-46EB-9415-B712B456CB0A}" type="presParOf" srcId="{AE3C0122-4C9A-4741-91B6-A13BEC142802}" destId="{D25267EC-F2F5-4E53-B988-94556E8B380D}" srcOrd="0" destOrd="0" presId="urn:microsoft.com/office/officeart/2005/8/layout/hList7"/>
    <dgm:cxn modelId="{83FD6D49-160A-402E-AC31-B83B02DB19B7}" type="presParOf" srcId="{AE3C0122-4C9A-4741-91B6-A13BEC142802}" destId="{17D6B8DB-6829-47DA-A6B4-BA19494B96AC}" srcOrd="1" destOrd="0" presId="urn:microsoft.com/office/officeart/2005/8/layout/hList7"/>
    <dgm:cxn modelId="{7ADC54B5-889E-4F1F-B4E1-3358CA219A4A}" type="presParOf" srcId="{AE3C0122-4C9A-4741-91B6-A13BEC142802}" destId="{A1AD1A26-067D-45AC-A013-74DE1ACD44E1}" srcOrd="2" destOrd="0" presId="urn:microsoft.com/office/officeart/2005/8/layout/hList7"/>
    <dgm:cxn modelId="{58F48325-8120-4C92-BE6D-C99104BE9915}" type="presParOf" srcId="{AE3C0122-4C9A-4741-91B6-A13BEC142802}" destId="{FAD7F97C-E56C-49D2-9082-A954D9E6CC58}" srcOrd="3" destOrd="0" presId="urn:microsoft.com/office/officeart/2005/8/layout/hList7"/>
    <dgm:cxn modelId="{FA82BF09-2D6D-4583-8BFA-A65E08F48A3C}" type="presParOf" srcId="{38650B38-5E61-4EA0-8BAB-355982A5C5A8}" destId="{0D3DC36F-023D-4403-B349-120E6242DDBC}" srcOrd="1" destOrd="0" presId="urn:microsoft.com/office/officeart/2005/8/layout/hList7"/>
    <dgm:cxn modelId="{4108B35D-CA31-4E51-85D0-5A349CB63F8F}" type="presParOf" srcId="{38650B38-5E61-4EA0-8BAB-355982A5C5A8}" destId="{08B48CEE-BC6A-4CF6-99F7-8BDA464EF9E4}" srcOrd="2" destOrd="0" presId="urn:microsoft.com/office/officeart/2005/8/layout/hList7"/>
    <dgm:cxn modelId="{F21F6567-1FC6-45A4-9DF7-A040489EB078}" type="presParOf" srcId="{08B48CEE-BC6A-4CF6-99F7-8BDA464EF9E4}" destId="{300E6C14-1D0E-4531-8BD3-835907DAC4AF}" srcOrd="0" destOrd="0" presId="urn:microsoft.com/office/officeart/2005/8/layout/hList7"/>
    <dgm:cxn modelId="{4E51467A-2554-4D54-A0F6-486D0D76FA8C}" type="presParOf" srcId="{08B48CEE-BC6A-4CF6-99F7-8BDA464EF9E4}" destId="{982D8059-3FC6-4E76-8EE6-911D8A5D9C7C}" srcOrd="1" destOrd="0" presId="urn:microsoft.com/office/officeart/2005/8/layout/hList7"/>
    <dgm:cxn modelId="{A316D80F-7EA8-4036-AF94-A8ECB2967DBE}" type="presParOf" srcId="{08B48CEE-BC6A-4CF6-99F7-8BDA464EF9E4}" destId="{0229DCB9-F537-4E60-8A2D-627E04259A9A}" srcOrd="2" destOrd="0" presId="urn:microsoft.com/office/officeart/2005/8/layout/hList7"/>
    <dgm:cxn modelId="{7245DC35-88A7-4EEF-B018-BFE443FB04FC}" type="presParOf" srcId="{08B48CEE-BC6A-4CF6-99F7-8BDA464EF9E4}" destId="{A5BE433C-7E7F-4AB8-8619-45038392FDF7}" srcOrd="3" destOrd="0" presId="urn:microsoft.com/office/officeart/2005/8/layout/hList7"/>
    <dgm:cxn modelId="{9E67CF5A-CB7F-4A20-99F7-8DF638EC2E2C}" type="presParOf" srcId="{38650B38-5E61-4EA0-8BAB-355982A5C5A8}" destId="{4E3B02C7-FF2B-4F87-93FF-6D4878C05C64}" srcOrd="3" destOrd="0" presId="urn:microsoft.com/office/officeart/2005/8/layout/hList7"/>
    <dgm:cxn modelId="{086DBA08-FE82-454F-811C-74438A71F901}" type="presParOf" srcId="{38650B38-5E61-4EA0-8BAB-355982A5C5A8}" destId="{F473D075-AFA7-4B21-984B-5F42D85CE04C}" srcOrd="4" destOrd="0" presId="urn:microsoft.com/office/officeart/2005/8/layout/hList7"/>
    <dgm:cxn modelId="{351CEC17-133D-4047-8DC0-83D4DC3934C4}" type="presParOf" srcId="{F473D075-AFA7-4B21-984B-5F42D85CE04C}" destId="{733DBF9E-D6CE-4B2E-9131-B5DE3CCCF653}" srcOrd="0" destOrd="0" presId="urn:microsoft.com/office/officeart/2005/8/layout/hList7"/>
    <dgm:cxn modelId="{B4B6A4BD-8875-4458-90E6-4019F9AF71D3}" type="presParOf" srcId="{F473D075-AFA7-4B21-984B-5F42D85CE04C}" destId="{994CED49-F858-449F-AFDB-DDD22B4D5071}" srcOrd="1" destOrd="0" presId="urn:microsoft.com/office/officeart/2005/8/layout/hList7"/>
    <dgm:cxn modelId="{9BFA7814-D169-49C3-9BD1-8DF887A2E9C8}" type="presParOf" srcId="{F473D075-AFA7-4B21-984B-5F42D85CE04C}" destId="{3590C01D-43C8-428D-A546-FF47E65AED1A}" srcOrd="2" destOrd="0" presId="urn:microsoft.com/office/officeart/2005/8/layout/hList7"/>
    <dgm:cxn modelId="{0ECB3DA2-DA8F-4B7D-A02F-238DAD9708A5}" type="presParOf" srcId="{F473D075-AFA7-4B21-984B-5F42D85CE04C}" destId="{48A4EAB6-ACC9-47D7-B331-AEC4FFE05A06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267EC-F2F5-4E53-B988-94556E8B380D}">
      <dsp:nvSpPr>
        <dsp:cNvPr id="0" name=""/>
        <dsp:cNvSpPr/>
      </dsp:nvSpPr>
      <dsp:spPr>
        <a:xfrm>
          <a:off x="1538" y="0"/>
          <a:ext cx="2392903" cy="475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bg-BG" sz="2600" kern="1200" dirty="0"/>
        </a:p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bg-BG" sz="2600" kern="1200" dirty="0"/>
            <a:t>Шинна</a:t>
          </a:r>
          <a:endParaRPr lang="en-US" sz="2600" kern="1200" dirty="0"/>
        </a:p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n-US" sz="2000" kern="1200" dirty="0"/>
        </a:p>
      </dsp:txBody>
      <dsp:txXfrm>
        <a:off x="1538" y="1903646"/>
        <a:ext cx="2392903" cy="1903646"/>
      </dsp:txXfrm>
    </dsp:sp>
    <dsp:sp modelId="{FAD7F97C-E56C-49D2-9082-A954D9E6CC58}">
      <dsp:nvSpPr>
        <dsp:cNvPr id="0" name=""/>
        <dsp:cNvSpPr/>
      </dsp:nvSpPr>
      <dsp:spPr>
        <a:xfrm>
          <a:off x="405596" y="285546"/>
          <a:ext cx="1584785" cy="1584785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 l="-10000" r="-10000"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00E6C14-1D0E-4531-8BD3-835907DAC4AF}">
      <dsp:nvSpPr>
        <dsp:cNvPr id="0" name=""/>
        <dsp:cNvSpPr/>
      </dsp:nvSpPr>
      <dsp:spPr>
        <a:xfrm>
          <a:off x="2466228" y="0"/>
          <a:ext cx="2392903" cy="475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400" kern="1200" dirty="0"/>
            <a:t>Кръговидна</a:t>
          </a:r>
          <a:endParaRPr lang="en-US" sz="2400" kern="1200" dirty="0"/>
        </a:p>
      </dsp:txBody>
      <dsp:txXfrm>
        <a:off x="2466228" y="1903646"/>
        <a:ext cx="2392903" cy="1903646"/>
      </dsp:txXfrm>
    </dsp:sp>
    <dsp:sp modelId="{A5BE433C-7E7F-4AB8-8619-45038392FDF7}">
      <dsp:nvSpPr>
        <dsp:cNvPr id="0" name=""/>
        <dsp:cNvSpPr/>
      </dsp:nvSpPr>
      <dsp:spPr>
        <a:xfrm>
          <a:off x="2870287" y="292234"/>
          <a:ext cx="1584785" cy="1584785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1000" b="-1000"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33DBF9E-D6CE-4B2E-9131-B5DE3CCCF653}">
      <dsp:nvSpPr>
        <dsp:cNvPr id="0" name=""/>
        <dsp:cNvSpPr/>
      </dsp:nvSpPr>
      <dsp:spPr>
        <a:xfrm>
          <a:off x="4930918" y="0"/>
          <a:ext cx="2392903" cy="475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400" kern="1200" dirty="0"/>
            <a:t>Звездообразна</a:t>
          </a:r>
          <a:endParaRPr lang="en-US" sz="2400" kern="1200" dirty="0"/>
        </a:p>
      </dsp:txBody>
      <dsp:txXfrm>
        <a:off x="4930918" y="1903646"/>
        <a:ext cx="2392903" cy="1903646"/>
      </dsp:txXfrm>
    </dsp:sp>
    <dsp:sp modelId="{48A4EAB6-ACC9-47D7-B331-AEC4FFE05A06}">
      <dsp:nvSpPr>
        <dsp:cNvPr id="0" name=""/>
        <dsp:cNvSpPr/>
      </dsp:nvSpPr>
      <dsp:spPr>
        <a:xfrm>
          <a:off x="5334977" y="285546"/>
          <a:ext cx="1584785" cy="1584785"/>
        </a:xfrm>
        <a:prstGeom prst="ellipse">
          <a:avLst/>
        </a:prstGeom>
        <a:blipFill rotWithShape="1">
          <a:blip xmlns:r="http://schemas.openxmlformats.org/officeDocument/2006/relationships"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 t="-1000" b="-1000"/>
          </a:stretch>
        </a:blip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9CE63CA-D332-4DA6-92E3-F6F9C79CB73B}">
      <dsp:nvSpPr>
        <dsp:cNvPr id="0" name=""/>
        <dsp:cNvSpPr/>
      </dsp:nvSpPr>
      <dsp:spPr>
        <a:xfrm>
          <a:off x="293014" y="3807292"/>
          <a:ext cx="6739331" cy="713867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0T00:40:26.310"/>
    </inkml:context>
    <inkml:brush xml:id="br0">
      <inkml:brushProperty name="width" value="0.1" units="cm"/>
      <inkml:brushProperty name="height" value="0.1" units="cm"/>
      <inkml:brushProperty name="color" value="#849398"/>
      <inkml:brushProperty name="ignorePressure" value="1"/>
    </inkml:brush>
  </inkml:definitions>
  <inkml:trace contextRef="#ctx0" brushRef="#br0">1 1540,'4217'-1535,"-4206"1531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0T00:40:42.756"/>
    </inkml:context>
    <inkml:brush xml:id="br0">
      <inkml:brushProperty name="width" value="0.1" units="cm"/>
      <inkml:brushProperty name="height" value="0.1" units="cm"/>
      <inkml:brushProperty name="color" value="#849398"/>
      <inkml:brushProperty name="ignorePressure" value="1"/>
    </inkml:brush>
  </inkml:definitions>
  <inkml:trace contextRef="#ctx0" brushRef="#br0">1 195,'5564'-194,"-5551"193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0T00:40:48.638"/>
    </inkml:context>
    <inkml:brush xml:id="br0">
      <inkml:brushProperty name="width" value="0.1" units="cm"/>
      <inkml:brushProperty name="height" value="0.1" units="cm"/>
      <inkml:brushProperty name="color" value="#849398"/>
      <inkml:brushProperty name="ignorePressure" value="1"/>
    </inkml:brush>
  </inkml:definitions>
  <inkml:trace contextRef="#ctx0" brushRef="#br0">0 1,'3188'391,"-3175"-389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0T00:41:10.496"/>
    </inkml:context>
    <inkml:brush xml:id="br0">
      <inkml:brushProperty name="width" value="0.1" units="cm"/>
      <inkml:brushProperty name="height" value="0.1" units="cm"/>
      <inkml:brushProperty name="color" value="#849398"/>
      <inkml:brushProperty name="ignorePressure" value="1"/>
    </inkml:brush>
  </inkml:definitions>
  <inkml:trace contextRef="#ctx0" brushRef="#br0">33 908,'-32'-894,"32"880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0T00:41:19.046"/>
    </inkml:context>
    <inkml:brush xml:id="br0">
      <inkml:brushProperty name="width" value="0.1" units="cm"/>
      <inkml:brushProperty name="height" value="0.1" units="cm"/>
      <inkml:brushProperty name="color" value="#849398"/>
      <inkml:brushProperty name="ignorePressure" value="1"/>
    </inkml:brush>
  </inkml:definitions>
  <inkml:trace contextRef="#ctx0" brushRef="#br0">1818 0,'-1806'1086,"1794"-1079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0T00:41:25.933"/>
    </inkml:context>
    <inkml:brush xml:id="br0">
      <inkml:brushProperty name="width" value="0.1" units="cm"/>
      <inkml:brushProperty name="height" value="0.1" units="cm"/>
      <inkml:brushProperty name="color" value="#849398"/>
      <inkml:brushProperty name="ignorePressure" value="1"/>
    </inkml:brush>
  </inkml:definitions>
  <inkml:trace contextRef="#ctx0" brushRef="#br0">4873 1,'-4854'339,"4836"-338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0T00:41:32.409"/>
    </inkml:context>
    <inkml:brush xml:id="br0">
      <inkml:brushProperty name="width" value="0.1" units="cm"/>
      <inkml:brushProperty name="height" value="0.1" units="cm"/>
      <inkml:brushProperty name="color" value="#849398"/>
      <inkml:brushProperty name="ignorePressure" value="1"/>
    </inkml:brush>
  </inkml:definitions>
  <inkml:trace contextRef="#ctx0" brushRef="#br0">4345 1004,'-4105'-948,"4152"959,-42-10,-38-9,-211-48,230 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26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50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7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1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11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48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2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2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9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54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5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45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188BDF2-3107-4329-8B95-76445DB51B7C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839B74A1-0906-44CA-BA8B-A5F0FBBF8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47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" Target="slide5.xml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5.xml"/><Relationship Id="rId4" Type="http://schemas.openxmlformats.org/officeDocument/2006/relationships/slide" Target="slide14.xml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20.png"/><Relationship Id="rId4" Type="http://schemas.microsoft.com/office/2007/relationships/hdphoto" Target="../media/hdphoto3.wdp"/><Relationship Id="rId9" Type="http://schemas.openxmlformats.org/officeDocument/2006/relationships/slide" Target="slide2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microsoft.com/office/2007/relationships/hdphoto" Target="../media/hdphoto6.wdp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hdphoto" Target="../media/hdphoto7.wdp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microsoft.com/office/2007/relationships/hdphoto" Target="../media/hdphoto8.wdp"/><Relationship Id="rId4" Type="http://schemas.openxmlformats.org/officeDocument/2006/relationships/image" Target="../media/image26.png"/><Relationship Id="rId9" Type="http://schemas.openxmlformats.org/officeDocument/2006/relationships/slide" Target="slide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microsoft.com/office/2007/relationships/hdphoto" Target="../media/hdphoto11.wdp"/><Relationship Id="rId7" Type="http://schemas.microsoft.com/office/2007/relationships/hdphoto" Target="../media/hdphoto1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microsoft.com/office/2007/relationships/hdphoto" Target="../media/hdphoto12.wdp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microsoft.com/office/2007/relationships/hdphoto" Target="../media/hdphoto14.wdp"/><Relationship Id="rId7" Type="http://schemas.microsoft.com/office/2007/relationships/hdphoto" Target="../media/hdphoto16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microsoft.com/office/2007/relationships/hdphoto" Target="../media/hdphoto15.wdp"/><Relationship Id="rId10" Type="http://schemas.openxmlformats.org/officeDocument/2006/relationships/slide" Target="slide22.xml"/><Relationship Id="rId4" Type="http://schemas.openxmlformats.org/officeDocument/2006/relationships/image" Target="../media/image42.png"/><Relationship Id="rId9" Type="http://schemas.microsoft.com/office/2007/relationships/hdphoto" Target="../media/hdphoto17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slide" Target="slide22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9.wdp"/><Relationship Id="rId5" Type="http://schemas.openxmlformats.org/officeDocument/2006/relationships/image" Target="../media/image47.png"/><Relationship Id="rId4" Type="http://schemas.microsoft.com/office/2007/relationships/hdphoto" Target="../media/hdphoto18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2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7" Type="http://schemas.openxmlformats.org/officeDocument/2006/relationships/slide" Target="slide22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microsoft.com/office/2007/relationships/hdphoto" Target="../media/hdphoto22.wdp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microsoft.com/office/2007/relationships/hdphoto" Target="../media/hdphoto23.wdp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slide" Target="slide22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5.wdp"/><Relationship Id="rId5" Type="http://schemas.openxmlformats.org/officeDocument/2006/relationships/image" Target="../media/image64.png"/><Relationship Id="rId4" Type="http://schemas.microsoft.com/office/2007/relationships/hdphoto" Target="../media/hdphoto24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g.wikipedia.org/wiki/%D0%9B%D0%BE%D0%BA%D0%B0%D0%BB%D0%BD%D0%B0_%D0%BC%D1%80%D0%B5%D0%B6%D0%B0" TargetMode="External"/><Relationship Id="rId2" Type="http://schemas.openxmlformats.org/officeDocument/2006/relationships/hyperlink" Target="https://bg.eyewated.com/%D0%BA%D0%B0%D0%BA%D0%B2%D0%BE-%D0%B5-lan-local-area-network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g.if-koubou.com/articles/how-to/what-is-a-local-area-network-lan.html" TargetMode="External"/><Relationship Id="rId4" Type="http://schemas.openxmlformats.org/officeDocument/2006/relationships/hyperlink" Target="http://techs-mobile.blogspot.com/2010/03/la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3228-16B9-74A4-9DB1-B31E5A3636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 - </a:t>
            </a:r>
            <a:r>
              <a:rPr lang="bg-BG" dirty="0"/>
              <a:t>мрежи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2748D-AC86-8791-D926-60E1330FA8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03C105-E0C5-BDA9-DB37-FA7DACE65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522" r="95326">
                        <a14:foregroundMark x1="3478" y1="36744" x2="9230" y2="43644"/>
                        <a14:foregroundMark x1="11861" y1="43577" x2="16522" y2="36744"/>
                        <a14:foregroundMark x1="10968" y1="44886" x2="11283" y2="44425"/>
                        <a14:foregroundMark x1="16522" y1="36744" x2="3587" y2="36744"/>
                        <a14:foregroundMark x1="16515" y1="45365" x2="14908" y2="47962"/>
                        <a14:foregroundMark x1="15326" y1="49302" x2="15940" y2="48921"/>
                        <a14:foregroundMark x1="11739" y1="69070" x2="16630" y2="74651"/>
                        <a14:foregroundMark x1="16630" y1="74651" x2="22174" y2="70465"/>
                        <a14:foregroundMark x1="22174" y1="70465" x2="22391" y2="67209"/>
                        <a14:foregroundMark x1="11304" y1="71163" x2="10326" y2="75349"/>
                        <a14:foregroundMark x1="20543" y1="32558" x2="27935" y2="32558"/>
                        <a14:foregroundMark x1="20870" y1="32093" x2="21522" y2="30000"/>
                        <a14:foregroundMark x1="21087" y1="31860" x2="21304" y2="30000"/>
                        <a14:foregroundMark x1="21196" y1="19535" x2="27283" y2="19767"/>
                        <a14:foregroundMark x1="27283" y1="19767" x2="27717" y2="19535"/>
                        <a14:foregroundMark x1="67065" y1="16279" x2="73261" y2="16279"/>
                        <a14:foregroundMark x1="73261" y1="16279" x2="73804" y2="28140"/>
                        <a14:foregroundMark x1="73804" y1="28140" x2="67609" y2="28372"/>
                        <a14:foregroundMark x1="67609" y1="28372" x2="67283" y2="16512"/>
                        <a14:foregroundMark x1="73478" y1="28372" x2="73152" y2="24419"/>
                        <a14:foregroundMark x1="73913" y1="27442" x2="74783" y2="27674"/>
                        <a14:foregroundMark x1="74022" y1="26744" x2="74348" y2="26744"/>
                        <a14:foregroundMark x1="73696" y1="26047" x2="74022" y2="26279"/>
                        <a14:foregroundMark x1="85502" y1="38799" x2="84891" y2="30465"/>
                        <a14:foregroundMark x1="84891" y1="30465" x2="90978" y2="29302"/>
                        <a14:foregroundMark x1="90978" y1="29302" x2="95326" y2="37907"/>
                        <a14:foregroundMark x1="95326" y1="37907" x2="89771" y2="37483"/>
                        <a14:foregroundMark x1="87810" y1="40233" x2="86739" y2="42326"/>
                        <a14:foregroundMark x1="88313" y1="39251" x2="87810" y2="40233"/>
                        <a14:foregroundMark x1="89638" y1="36663" x2="88545" y2="38797"/>
                        <a14:foregroundMark x1="81413" y1="46977" x2="87609" y2="46744"/>
                        <a14:foregroundMark x1="87609" y1="46744" x2="91739" y2="58372"/>
                        <a14:foregroundMark x1="91739" y1="58372" x2="87065" y2="67209"/>
                        <a14:foregroundMark x1="87065" y1="67209" x2="81848" y2="61395"/>
                        <a14:foregroundMark x1="81848" y1="61395" x2="81522" y2="47442"/>
                        <a14:foregroundMark x1="46957" y1="66279" x2="48478" y2="78837"/>
                        <a14:foregroundMark x1="48478" y1="78837" x2="55652" y2="78140"/>
                        <a14:foregroundMark x1="56290" y1="77405" x2="61304" y2="71628"/>
                        <a14:foregroundMark x1="55652" y1="78140" x2="56276" y2="77421"/>
                        <a14:foregroundMark x1="61304" y1="71628" x2="51848" y2="71395"/>
                        <a14:foregroundMark x1="51848" y1="71395" x2="48152" y2="73256"/>
                        <a14:foregroundMark x1="13478" y1="65116" x2="17717" y2="60233"/>
                        <a14:foregroundMark x1="24130" y1="24651" x2="26413" y2="24651"/>
                        <a14:foregroundMark x1="44565" y1="19302" x2="45109" y2="18837"/>
                        <a14:foregroundMark x1="8152" y1="48372" x2="5761" y2="49535"/>
                        <a14:foregroundMark x1="9348" y1="47907" x2="10870" y2="48605"/>
                        <a14:backgroundMark x1="3043" y1="13721" x2="3043" y2="13721"/>
                        <a14:backgroundMark x1="2500" y1="13256" x2="11739" y2="8837"/>
                        <a14:backgroundMark x1="4022" y1="23488" x2="11848" y2="6279"/>
                        <a14:backgroundMark x1="2793" y1="55744" x2="1848" y2="53721"/>
                        <a14:backgroundMark x1="2826" y1="56047" x2="870" y2="54419"/>
                        <a14:backgroundMark x1="2609" y1="55116" x2="2787" y2="55280"/>
                        <a14:backgroundMark x1="2826" y1="45581" x2="2935" y2="46512"/>
                        <a14:backgroundMark x1="1435" y1="50263" x2="1522" y2="55814"/>
                        <a14:backgroundMark x1="5652" y1="56744" x2="2283" y2="54419"/>
                        <a14:backgroundMark x1="20326" y1="44186" x2="20652" y2="49535"/>
                        <a14:backgroundMark x1="19674" y1="47209" x2="21739" y2="44884"/>
                        <a14:backgroundMark x1="20978" y1="47209" x2="19891" y2="44884"/>
                        <a14:backgroundMark x1="21630" y1="45116" x2="19674" y2="45814"/>
                        <a14:backgroundMark x1="22283" y1="44884" x2="20761" y2="47209"/>
                        <a14:backgroundMark x1="19457" y1="46744" x2="19891" y2="47674"/>
                        <a14:backgroundMark x1="20000" y1="46977" x2="20000" y2="46977"/>
                        <a14:backgroundMark x1="84891" y1="42558" x2="85435" y2="40233"/>
                        <a14:backgroundMark x1="85978" y1="39767" x2="86522" y2="39767"/>
                        <a14:backgroundMark x1="85543" y1="40000" x2="85978" y2="40000"/>
                        <a14:backgroundMark x1="85543" y1="39767" x2="85543" y2="39767"/>
                        <a14:backgroundMark x1="85652" y1="39302" x2="85543" y2="39302"/>
                        <a14:backgroundMark x1="88587" y1="40233" x2="88587" y2="40233"/>
                        <a14:backgroundMark x1="88478" y1="40000" x2="89022" y2="40000"/>
                        <a14:backgroundMark x1="88478" y1="39767" x2="88370" y2="39535"/>
                        <a14:backgroundMark x1="88696" y1="39302" x2="88587" y2="39302"/>
                        <a14:backgroundMark x1="88696" y1="39767" x2="88370" y2="39535"/>
                        <a14:backgroundMark x1="88587" y1="39302" x2="88478" y2="39070"/>
                        <a14:backgroundMark x1="57174" y1="84651" x2="56848" y2="80930"/>
                        <a14:backgroundMark x1="18587" y1="44651" x2="17609" y2="50698"/>
                        <a14:backgroundMark x1="15761" y1="50698" x2="14239" y2="50930"/>
                        <a14:backgroundMark x1="12500" y1="51628" x2="10326" y2="51628"/>
                        <a14:backgroundMark x1="14457" y1="52093" x2="12174" y2="51860"/>
                        <a14:backgroundMark x1="10435" y1="51163" x2="8587" y2="56279"/>
                        <a14:backgroundMark x1="6734" y1="52341" x2="3804" y2="51628"/>
                        <a14:backgroundMark x1="8587" y1="52791" x2="7328" y2="52485"/>
                        <a14:backgroundMark x1="3913" y1="49767" x2="5320" y2="48263"/>
                        <a14:backgroundMark x1="3370" y1="47907" x2="4674" y2="57907"/>
                        <a14:backgroundMark x1="3370" y1="48837" x2="5143" y2="47753"/>
                        <a14:backgroundMark x1="11376" y1="47131" x2="11739" y2="47442"/>
                        <a14:backgroundMark x1="3478" y1="46744" x2="3913" y2="47209"/>
                        <a14:backgroundMark x1="10978" y1="46512" x2="10326" y2="458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726900"/>
            <a:ext cx="7901940" cy="36932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2C0BC8-79CB-788F-9866-579238599EFD}"/>
                  </a:ext>
                </a:extLst>
              </p14:cNvPr>
              <p14:cNvContentPartPr/>
              <p14:nvPr/>
            </p14:nvContentPartPr>
            <p14:xfrm>
              <a:off x="5932440" y="2496360"/>
              <a:ext cx="1522440" cy="554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2C0BC8-79CB-788F-9866-579238599E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14800" y="2478720"/>
                <a:ext cx="1558080" cy="59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A9EC90-25BE-A7AE-0C1A-3B4B480413AD}"/>
                  </a:ext>
                </a:extLst>
              </p14:cNvPr>
              <p14:cNvContentPartPr/>
              <p14:nvPr/>
            </p14:nvContentPartPr>
            <p14:xfrm>
              <a:off x="5365800" y="2391240"/>
              <a:ext cx="2008440" cy="70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A9EC90-25BE-A7AE-0C1A-3B4B480413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48160" y="2373240"/>
                <a:ext cx="20440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8DB0721-7AC4-0D96-F4CE-B9670274ACF2}"/>
                  </a:ext>
                </a:extLst>
              </p14:cNvPr>
              <p14:cNvContentPartPr/>
              <p14:nvPr/>
            </p14:nvContentPartPr>
            <p14:xfrm>
              <a:off x="6225120" y="1984080"/>
              <a:ext cx="1152720" cy="141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8DB0721-7AC4-0D96-F4CE-B9670274ACF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07120" y="1966440"/>
                <a:ext cx="11883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6493805-4E3E-7504-9838-8E33183E999D}"/>
                  </a:ext>
                </a:extLst>
              </p14:cNvPr>
              <p14:cNvContentPartPr/>
              <p14:nvPr/>
            </p14:nvContentPartPr>
            <p14:xfrm>
              <a:off x="8034840" y="2713080"/>
              <a:ext cx="11880" cy="327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6493805-4E3E-7504-9838-8E33183E99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17200" y="2695080"/>
                <a:ext cx="475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2EEC39F-F22B-1BC2-5F0E-DB62BB2501F8}"/>
                  </a:ext>
                </a:extLst>
              </p14:cNvPr>
              <p14:cNvContentPartPr/>
              <p14:nvPr/>
            </p14:nvContentPartPr>
            <p14:xfrm>
              <a:off x="8573400" y="1750080"/>
              <a:ext cx="654840" cy="393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2EEC39F-F22B-1BC2-5F0E-DB62BB2501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55400" y="1732080"/>
                <a:ext cx="69048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A2E437C-8BC9-B2FB-854D-E2EA2F41C05D}"/>
                  </a:ext>
                </a:extLst>
              </p14:cNvPr>
              <p14:cNvContentPartPr/>
              <p14:nvPr/>
            </p14:nvContentPartPr>
            <p14:xfrm>
              <a:off x="8632440" y="2307720"/>
              <a:ext cx="1754640" cy="123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A2E437C-8BC9-B2FB-854D-E2EA2F41C0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14800" y="2290080"/>
                <a:ext cx="17902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B2CE048-A64B-A3F9-5A25-A3BDFE10100A}"/>
                  </a:ext>
                </a:extLst>
              </p14:cNvPr>
              <p14:cNvContentPartPr/>
              <p14:nvPr/>
            </p14:nvContentPartPr>
            <p14:xfrm>
              <a:off x="8626680" y="2654400"/>
              <a:ext cx="1564560" cy="361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B2CE048-A64B-A3F9-5A25-A3BDFE1010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09040" y="2636760"/>
                <a:ext cx="1600200" cy="3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504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774C48-FFB7-75F3-810B-9DBA1213E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318" y="943693"/>
            <a:ext cx="4755293" cy="24853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D93F82-CF7B-3F3E-DD2E-06C7C2E8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31E39-DAF3-5143-B2F9-DCE9D06B2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Основни компоненти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Ползи от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 </a:t>
            </a:r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мрежа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Видове достъп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Технологии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2974A0-0F7C-4702-8D7C-9D4571B77C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706" y="1215897"/>
            <a:ext cx="4755292" cy="2627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33D818-6D68-431F-CBAE-2D85575812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2812" y="2186347"/>
            <a:ext cx="2798307" cy="22252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97340E-1CAF-3B0A-4F87-C2D06DA288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7544" y="3461965"/>
            <a:ext cx="3944454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0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600CBB0-2E1B-4EFA-F4BB-667C11B04F0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63181"/>
              </a:clrFrom>
              <a:clrTo>
                <a:srgbClr val="36318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897" y="1036211"/>
            <a:ext cx="4590643" cy="18596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3B17F5-F6AE-1232-3030-84D87674699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78006" y="472574"/>
            <a:ext cx="2408512" cy="18378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4EFEBA-03DF-DFD2-4FCE-BBC6767CD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00" y="421058"/>
            <a:ext cx="10571998" cy="970450"/>
          </a:xfrm>
        </p:spPr>
        <p:txBody>
          <a:bodyPr/>
          <a:lstStyle/>
          <a:p>
            <a:r>
              <a:rPr lang="bg-BG" dirty="0"/>
              <a:t>Какво представлява </a:t>
            </a:r>
            <a:r>
              <a:rPr lang="en-US" dirty="0"/>
              <a:t>LAN?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68F8-171C-D8BE-80FD-A6F9734EA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122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Превежда се локална мрежа и представлява малка група от компютри и други устройства, свързани помежду си, в непосредствена близост една до друга. 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6FB3C-DBA5-CA36-FCD7-2ED5EEB9C1DA}"/>
              </a:ext>
            </a:extLst>
          </p:cNvPr>
          <p:cNvSpPr txBox="1"/>
          <p:nvPr/>
        </p:nvSpPr>
        <p:spPr>
          <a:xfrm>
            <a:off x="7471050" y="3319919"/>
            <a:ext cx="37036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Например мрежа може да се изгради в офис сграда или дома ни. Служат предимно за обмен на ресурси и услуги, като файлове или използване на принтер.</a:t>
            </a:r>
            <a:endParaRPr lang="en-US" sz="2400" dirty="0"/>
          </a:p>
        </p:txBody>
      </p:sp>
      <p:sp>
        <p:nvSpPr>
          <p:cNvPr id="12" name="Arrow: Left 11">
            <a:hlinkClick r:id="rId5" action="ppaction://hlinksldjump"/>
            <a:extLst>
              <a:ext uri="{FF2B5EF4-FFF2-40B4-BE49-F238E27FC236}">
                <a16:creationId xmlns:a16="http://schemas.microsoft.com/office/drawing/2014/main" id="{BDF385CA-8FD3-B8A0-CF52-1DBEA12A3BD1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26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9117-F294-6966-C1E9-9D105FD4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7326-43CF-1051-DEC8-29D09D89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4339884" cy="3636511"/>
          </a:xfrm>
        </p:spPr>
        <p:txBody>
          <a:bodyPr/>
          <a:lstStyle/>
          <a:p>
            <a:pPr algn="just"/>
            <a:r>
              <a:rPr lang="bg-BG" dirty="0"/>
              <a:t>Не е нужно в една мрежа да са постоянно свързани устройствата. Например може компютъра в дома ни да е винаги свързан чрез кабел, но телефона и лаптопа да свързват и изключват чрез </a:t>
            </a:r>
            <a:r>
              <a:rPr lang="en-US" dirty="0"/>
              <a:t>Wi-Fi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589C7-CF8E-08B3-4552-D35E56D4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15639"/>
            <a:ext cx="2803163" cy="216894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466428-83B5-CF7D-4221-55406D87E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348" y="447188"/>
            <a:ext cx="4091940" cy="4091940"/>
          </a:xfrm>
          <a:prstGeom prst="rect">
            <a:avLst/>
          </a:prstGeom>
        </p:spPr>
      </p:pic>
      <p:sp>
        <p:nvSpPr>
          <p:cNvPr id="8" name="Arrow: Left 7">
            <a:hlinkClick r:id="rId4" action="ppaction://hlinksldjump"/>
            <a:extLst>
              <a:ext uri="{FF2B5EF4-FFF2-40B4-BE49-F238E27FC236}">
                <a16:creationId xmlns:a16="http://schemas.microsoft.com/office/drawing/2014/main" id="{FF1C189A-D127-D92B-986C-B94AD319373C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32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770E9D-47D6-7780-2629-5A81FF62E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656" y="3272476"/>
            <a:ext cx="2975106" cy="1335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5AC604-9A88-21F0-424B-0652BEF25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424929" y="1417638"/>
            <a:ext cx="2143125" cy="21431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75BE62-2CDC-A237-AF08-53BF3BFE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хардуерни компоненти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C159-4D25-6A67-92E8-A832D8E8A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7730928" cy="3636511"/>
          </a:xfrm>
        </p:spPr>
        <p:txBody>
          <a:bodyPr/>
          <a:lstStyle/>
          <a:p>
            <a:pPr algn="just"/>
            <a:r>
              <a:rPr lang="bg-BG" dirty="0"/>
              <a:t>раборни станции - </a:t>
            </a:r>
            <a:r>
              <a:rPr lang="en-US" dirty="0"/>
              <a:t>WS (work station), </a:t>
            </a:r>
            <a:r>
              <a:rPr lang="bg-BG" dirty="0"/>
              <a:t>интерфейсни мрежови карти - </a:t>
            </a:r>
            <a:r>
              <a:rPr lang="en-US" dirty="0"/>
              <a:t>NIC, </a:t>
            </a:r>
            <a:r>
              <a:rPr lang="bg-BG" dirty="0"/>
              <a:t>преносна среда - кабел или други, хъб (повторител, концентратор), сървър, мост (</a:t>
            </a:r>
            <a:r>
              <a:rPr lang="en-US" dirty="0"/>
              <a:t>bridge), </a:t>
            </a:r>
            <a:r>
              <a:rPr lang="bg-BG" dirty="0"/>
              <a:t>рутер (маршрутизатор), комутатор (</a:t>
            </a:r>
            <a:r>
              <a:rPr lang="en-US" dirty="0"/>
              <a:t>switch):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6FBC19-4532-B0EA-3243-1A359C4B14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9289" y="932413"/>
            <a:ext cx="2443895" cy="2900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73DD5E-83AF-0EE1-DD0B-B4DD1CCCFA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1017" y="1860273"/>
            <a:ext cx="1761897" cy="2152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2C7370-113F-0F45-6197-AFDCBB153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9283295" y="3272476"/>
            <a:ext cx="2731245" cy="2743438"/>
          </a:xfrm>
          <a:prstGeom prst="rect">
            <a:avLst/>
          </a:prstGeom>
        </p:spPr>
      </p:pic>
      <p:sp>
        <p:nvSpPr>
          <p:cNvPr id="14" name="Arrow: Left 13">
            <a:hlinkClick r:id="rId9" action="ppaction://hlinksldjump"/>
            <a:extLst>
              <a:ext uri="{FF2B5EF4-FFF2-40B4-BE49-F238E27FC236}">
                <a16:creationId xmlns:a16="http://schemas.microsoft.com/office/drawing/2014/main" id="{B5D22273-9BD0-38AC-D3BB-D64A489E6B68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78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7A37-4EAC-C3CD-B88A-E9F81767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WS (Work Station)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757F4-F1BA-A539-E4ED-5E5F3DB0E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4546918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WS - това са терминални устройства, чрез които потребителя се включва в мрежата и осъществява обработка на информацията;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D7436E-63C6-772C-764D-FD3B98364A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7080" y="830580"/>
            <a:ext cx="4462795" cy="233552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A3E0F4-A32C-E717-9626-5D1578C20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581" y="830580"/>
            <a:ext cx="5547359" cy="6584809"/>
          </a:xfrm>
          <a:prstGeom prst="rect">
            <a:avLst/>
          </a:prstGeom>
        </p:spPr>
      </p:pic>
      <p:sp>
        <p:nvSpPr>
          <p:cNvPr id="7" name="Arrow: Left 6">
            <a:hlinkClick r:id="rId6" action="ppaction://hlinksldjump"/>
            <a:extLst>
              <a:ext uri="{FF2B5EF4-FFF2-40B4-BE49-F238E27FC236}">
                <a16:creationId xmlns:a16="http://schemas.microsoft.com/office/drawing/2014/main" id="{B8DD123E-E39E-E072-047F-7BEA14047260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00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693DE3-EA7C-E7D1-9930-5D68D7CB48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97592" y="2088198"/>
            <a:ext cx="8174759" cy="38296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1325F-D1D2-6A1C-09D9-37FA9700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Интерфейсни мрежови карти (</a:t>
            </a:r>
            <a:r>
              <a:rPr lang="en-US" dirty="0"/>
              <a:t>NIC)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2B583-C954-BA95-CC22-BBF4A192B3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000"/>
                    </a14:imgEffect>
                    <a14:imgEffect>
                      <a14:saturation sat="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3524" y="2652911"/>
            <a:ext cx="3909161" cy="2047656"/>
          </a:xfrm>
          <a:prstGeom prst="roundRect">
            <a:avLst>
              <a:gd name="adj" fmla="val 8594"/>
            </a:avLst>
          </a:prstGeom>
          <a:blipFill dpi="0" rotWithShape="1">
            <a:blip r:embed="rId6"/>
            <a:srcRect/>
            <a:tile tx="0" ty="0" sx="100000" sy="100000" flip="none" algn="tl"/>
          </a:blip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C595-B739-8FAA-134C-7E0B21AFA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15" y="1509459"/>
            <a:ext cx="6522367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Интерфейсни мрежови карти (NIC)</a:t>
            </a:r>
            <a:r>
              <a:rPr lang="en-US" dirty="0"/>
              <a:t> –</a:t>
            </a:r>
            <a:r>
              <a:rPr lang="ru-RU" dirty="0"/>
              <a:t> това е печатна платка, която осъществява връзка между компютър и LAN мрежата, така компютъра става WS.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62F8D7-46B0-0285-4218-DC6D449D30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9483">
            <a:off x="7676945" y="3416805"/>
            <a:ext cx="3017282" cy="2262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1AE3B1-B70A-CF9E-C8F1-B044191416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783" y="3429980"/>
            <a:ext cx="1757188" cy="2152555"/>
          </a:xfrm>
          <a:prstGeom prst="rect">
            <a:avLst/>
          </a:prstGeom>
        </p:spPr>
      </p:pic>
      <p:sp>
        <p:nvSpPr>
          <p:cNvPr id="11" name="Arrow: Left 10">
            <a:hlinkClick r:id="rId9" action="ppaction://hlinksldjump"/>
            <a:extLst>
              <a:ext uri="{FF2B5EF4-FFF2-40B4-BE49-F238E27FC236}">
                <a16:creationId xmlns:a16="http://schemas.microsoft.com/office/drawing/2014/main" id="{92690B30-8696-DB68-9C67-D2C41409B69A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85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DBDA-69B8-EDCA-4F3A-68370ECC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Обща преносна среда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6E6F-1B2C-EC63-3307-E0BBC7C18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93" y="1230249"/>
            <a:ext cx="5418186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bg-BG" dirty="0"/>
              <a:t>Тя е с кабел, </a:t>
            </a:r>
            <a:r>
              <a:rPr lang="en-US" dirty="0"/>
              <a:t>Wi-Fi, Ethernet</a:t>
            </a:r>
            <a:r>
              <a:rPr lang="bg-BG" dirty="0"/>
              <a:t>.</a:t>
            </a:r>
            <a:r>
              <a:rPr lang="en-US" dirty="0"/>
              <a:t> </a:t>
            </a:r>
            <a:r>
              <a:rPr lang="bg-BG" dirty="0"/>
              <a:t>Кабелите са </a:t>
            </a:r>
            <a:r>
              <a:rPr lang="en-US" dirty="0"/>
              <a:t>UTP, STP, </a:t>
            </a:r>
            <a:r>
              <a:rPr lang="bg-BG" dirty="0"/>
              <a:t>коаксиален и оптичен; </a:t>
            </a:r>
            <a:r>
              <a:rPr lang="en-US" dirty="0"/>
              <a:t>UTP </a:t>
            </a:r>
            <a:r>
              <a:rPr lang="bg-BG" dirty="0"/>
              <a:t>и </a:t>
            </a:r>
            <a:r>
              <a:rPr lang="en-US" dirty="0"/>
              <a:t>STP </a:t>
            </a:r>
            <a:r>
              <a:rPr lang="bg-BG" dirty="0"/>
              <a:t>са усукана двойка.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BC3EB-57CA-F509-BF1B-C71F10E83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110" y="3550919"/>
            <a:ext cx="5018618" cy="250930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B64352-F122-E2CC-7263-6A6F6B66D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11309" flipH="1">
            <a:off x="7311164" y="444984"/>
            <a:ext cx="5557128" cy="2512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Left 6">
            <a:hlinkClick r:id="rId4" action="ppaction://hlinksldjump"/>
            <a:extLst>
              <a:ext uri="{FF2B5EF4-FFF2-40B4-BE49-F238E27FC236}">
                <a16:creationId xmlns:a16="http://schemas.microsoft.com/office/drawing/2014/main" id="{DC8DC847-47BD-3A36-41EE-4F93B2CA1463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96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E95B20-36B7-18A3-E1B8-A64830E38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80853" y="2134552"/>
            <a:ext cx="6511147" cy="43365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089809-0B48-4662-7374-E75DC346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 (</a:t>
            </a:r>
            <a:r>
              <a:rPr lang="bg-BG" dirty="0"/>
              <a:t>повторител, концентратор)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DD14B-8755-5273-2EEE-798B30013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130" y="1985722"/>
            <a:ext cx="3048000" cy="17145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FAC99-45A5-162E-DC0E-745CC5C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275" y="1733135"/>
            <a:ext cx="5838947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 Хъб е общ термин за устройство, което играе ролята на централна точка за кабелите в локалната мрежа. Най-простия вид хъбове са устройства, които просто свързват заедно кабелите.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D2A32A-4CC3-9559-9BCE-3C32888AE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426" y="3551390"/>
            <a:ext cx="2975171" cy="1337605"/>
          </a:xfrm>
          <a:prstGeom prst="rect">
            <a:avLst/>
          </a:prstGeom>
        </p:spPr>
      </p:pic>
      <p:sp>
        <p:nvSpPr>
          <p:cNvPr id="9" name="Arrow: Left 8">
            <a:hlinkClick r:id="rId6" action="ppaction://hlinksldjump"/>
            <a:extLst>
              <a:ext uri="{FF2B5EF4-FFF2-40B4-BE49-F238E27FC236}">
                <a16:creationId xmlns:a16="http://schemas.microsoft.com/office/drawing/2014/main" id="{0C2A36EC-8D61-2025-0C28-6FE0B1AC206E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21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CD222C-C48E-E63C-E7DE-9223917A7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349" y="1735564"/>
            <a:ext cx="10881300" cy="4519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E1858-5698-D1FF-7D99-9F50CB8C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Сървър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DB87-240C-2D33-1C02-A40930CE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101" y="2004377"/>
            <a:ext cx="6832918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компютър, който има по-богати обработващи възможности, той е хост на общи ресурси (файл, принт и други); административни ресурси, ресурси за мрежова комуникация, ресурси за сигурността, защитни;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B67E6-5CFC-B8A1-9968-0ACE93041D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37120" y="603288"/>
            <a:ext cx="2760508" cy="162869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3E75DE-395D-29C9-5B3E-2F4DC18FEC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162"/>
          <a:stretch/>
        </p:blipFill>
        <p:spPr>
          <a:xfrm>
            <a:off x="8071528" y="2549913"/>
            <a:ext cx="3241034" cy="33832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Left 6">
            <a:hlinkClick r:id="rId6" action="ppaction://hlinksldjump"/>
            <a:extLst>
              <a:ext uri="{FF2B5EF4-FFF2-40B4-BE49-F238E27FC236}">
                <a16:creationId xmlns:a16="http://schemas.microsoft.com/office/drawing/2014/main" id="{7B685731-5699-566B-CFC9-52053542800A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8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7B85B-D07F-1650-0708-6990EE71CA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1420" y="1350645"/>
            <a:ext cx="7942758" cy="41567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F760F5-AC2B-53DE-8014-FC196CAA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Мост (</a:t>
            </a:r>
            <a:r>
              <a:rPr lang="en-US" dirty="0"/>
              <a:t>Bridge)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E88CC-7CB3-205E-43DA-0678E3C60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1282008"/>
            <a:ext cx="5277288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осигурява преноса на инф. от един домейн на LAN мрежа към друг домейн на същата LAN мрежа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49BDE-DB89-11A3-7756-2355D2095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26" b="89840" l="6875" r="92708">
                        <a14:foregroundMark x1="9792" y1="45722" x2="7083" y2="52139"/>
                        <a14:foregroundMark x1="89792" y1="49733" x2="92708" y2="43316"/>
                        <a14:foregroundMark x1="91875" y1="40642" x2="91875" y2="406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3200" y="3755612"/>
            <a:ext cx="2985002" cy="23258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722CA4-E145-D5DB-84F9-92832303B6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70" b="94652" l="2222" r="98519">
                        <a14:foregroundMark x1="6296" y1="63102" x2="6667" y2="53476"/>
                        <a14:foregroundMark x1="38519" y1="86096" x2="51481" y2="42781"/>
                        <a14:foregroundMark x1="51481" y1="42781" x2="51481" y2="41176"/>
                        <a14:foregroundMark x1="48148" y1="46524" x2="55185" y2="26203"/>
                        <a14:foregroundMark x1="46667" y1="48128" x2="51111" y2="35829"/>
                        <a14:foregroundMark x1="42963" y1="44920" x2="57407" y2="39572"/>
                        <a14:foregroundMark x1="43333" y1="43850" x2="60370" y2="30481"/>
                        <a14:foregroundMark x1="60370" y1="30481" x2="61111" y2="30481"/>
                        <a14:foregroundMark x1="55556" y1="39037" x2="66667" y2="31016"/>
                        <a14:foregroundMark x1="56667" y1="9091" x2="58148" y2="1070"/>
                        <a14:foregroundMark x1="80000" y1="39037" x2="98519" y2="38503"/>
                        <a14:foregroundMark x1="92222" y1="41176" x2="71481" y2="67914"/>
                        <a14:foregroundMark x1="65926" y1="71123" x2="42593" y2="86096"/>
                        <a14:foregroundMark x1="44074" y1="88770" x2="38519" y2="95187"/>
                        <a14:foregroundMark x1="4074" y1="64706" x2="2222" y2="55080"/>
                        <a14:backgroundMark x1="54444" y1="2139" x2="58148" y2="10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16975">
            <a:off x="8663214" y="3108961"/>
            <a:ext cx="2571750" cy="1781175"/>
          </a:xfrm>
          <a:prstGeom prst="rect">
            <a:avLst/>
          </a:prstGeom>
        </p:spPr>
      </p:pic>
      <p:sp>
        <p:nvSpPr>
          <p:cNvPr id="7" name="Arrow: Left 6">
            <a:hlinkClick r:id="rId8" action="ppaction://hlinksldjump"/>
            <a:extLst>
              <a:ext uri="{FF2B5EF4-FFF2-40B4-BE49-F238E27FC236}">
                <a16:creationId xmlns:a16="http://schemas.microsoft.com/office/drawing/2014/main" id="{50A50CDB-0A46-8F93-CAB5-D326BD6FFBC3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65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C380-978C-8D13-9D9C-2407824B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Маршрутизатор  (рутер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63DBF-5746-3FEC-8164-72A2E58EC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810" y="1290634"/>
            <a:ext cx="7238360" cy="3636511"/>
          </a:xfrm>
        </p:spPr>
        <p:txBody>
          <a:bodyPr/>
          <a:lstStyle/>
          <a:p>
            <a:pPr algn="just"/>
            <a:r>
              <a:rPr lang="ru-RU" dirty="0"/>
              <a:t>самостоятелно устройство, което служи за управление на разпределянето на трафика  информация между различни мрежи.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88209-8A3A-09C5-9C6C-4B0E5B9E53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0990" y="569109"/>
            <a:ext cx="4084828" cy="213967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EEA139-F888-AC6E-2F48-E9BA23A5E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00" b="92200" l="10000" r="90000">
                        <a14:foregroundMark x1="43100" y1="67600" x2="43100" y2="67600"/>
                        <a14:foregroundMark x1="49400" y1="69600" x2="57700" y2="70200"/>
                        <a14:foregroundMark x1="40900" y1="65300" x2="44900" y2="65300"/>
                        <a14:foregroundMark x1="79800" y1="83400" x2="78800" y2="75000"/>
                        <a14:foregroundMark x1="80700" y1="89300" x2="80800" y2="76600"/>
                        <a14:foregroundMark x1="80800" y1="76600" x2="75000" y2="67000"/>
                        <a14:foregroundMark x1="68200" y1="92200" x2="35200" y2="91600"/>
                        <a14:foregroundMark x1="50000" y1="76000" x2="64100" y2="74100"/>
                        <a14:foregroundMark x1="68200" y1="65800" x2="39000" y2="64400"/>
                        <a14:foregroundMark x1="52000" y1="65000" x2="57200" y2="64400"/>
                        <a14:foregroundMark x1="61700" y1="65400" x2="58100" y2="65200"/>
                        <a14:foregroundMark x1="82700" y1="7800" x2="82700" y2="7800"/>
                        <a14:foregroundMark x1="19200" y1="8600" x2="18000" y2="7400"/>
                        <a14:foregroundMark x1="76200" y1="68000" x2="77300" y2="70200"/>
                        <a14:foregroundMark x1="81200" y1="79200" x2="81400" y2="83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32585">
            <a:off x="1220168" y="3549377"/>
            <a:ext cx="2872740" cy="28727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8F5EB4-DF43-B9B1-184F-8C8C524705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5799772" y="2139163"/>
            <a:ext cx="6704648" cy="46132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FE3EEE-32B8-80A1-0E29-B5943B473B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9726" y="3751570"/>
            <a:ext cx="2340700" cy="2351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Arrow: Left 8">
            <a:hlinkClick r:id="rId10" action="ppaction://hlinksldjump"/>
            <a:extLst>
              <a:ext uri="{FF2B5EF4-FFF2-40B4-BE49-F238E27FC236}">
                <a16:creationId xmlns:a16="http://schemas.microsoft.com/office/drawing/2014/main" id="{45418071-B5BD-C814-9D8C-A5A04EACEFC2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82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288763-617F-8791-9138-CF858C56B62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13020" y="791632"/>
            <a:ext cx="6393180" cy="360415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1A5AE1-E1AC-5F9E-E8D5-0D0513BC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Суич (</a:t>
            </a:r>
            <a:r>
              <a:rPr lang="en-US" dirty="0"/>
              <a:t>Switch)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3A57-2D28-6244-905D-FA9DA8BE1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575" y="1610744"/>
            <a:ext cx="4654605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Основното предназначение на един суич е да избере път, по който да изпрати данните от източника до тяхното местоназначение в дадена локална мрежа.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6034F-0783-5117-EFA1-E4982DAC1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7104">
            <a:off x="7615817" y="3728926"/>
            <a:ext cx="4381500" cy="3019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2CE95-B689-2B40-D64D-953DC31263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83826" y="3954781"/>
            <a:ext cx="3312174" cy="22158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Left 7">
            <a:hlinkClick r:id="rId7" action="ppaction://hlinksldjump"/>
            <a:extLst>
              <a:ext uri="{FF2B5EF4-FFF2-40B4-BE49-F238E27FC236}">
                <a16:creationId xmlns:a16="http://schemas.microsoft.com/office/drawing/2014/main" id="{05850D6D-3C75-3402-8AA5-EE5C209F1BAE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85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CD8452-9267-AB62-320E-BF9B97B7EF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100" b="259"/>
          <a:stretch/>
        </p:blipFill>
        <p:spPr>
          <a:xfrm>
            <a:off x="3825240" y="1046713"/>
            <a:ext cx="7620350" cy="50721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6FEDAD-ECC2-8C43-3C02-9C51D87D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Защо бихме използвали</a:t>
            </a:r>
            <a:r>
              <a: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LAN </a:t>
            </a:r>
            <a:r>
              <a:rPr lang="bg-BG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мрежа? </a:t>
            </a:r>
            <a:endParaRPr lang="en-US" dirty="0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7572D-8026-0F9E-1668-82B5E276F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12" y="2008927"/>
            <a:ext cx="2861748" cy="3636511"/>
          </a:xfrm>
        </p:spPr>
        <p:txBody>
          <a:bodyPr/>
          <a:lstStyle/>
          <a:p>
            <a:pPr algn="just"/>
            <a:r>
              <a:rPr lang="ru-RU" dirty="0"/>
              <a:t>Хардуерът и софтуерът може да се използват от всички устройства, свързани с мрежата;</a:t>
            </a:r>
          </a:p>
          <a:p>
            <a:pPr algn="just"/>
            <a:r>
              <a:rPr lang="ru-RU" dirty="0"/>
              <a:t>Осъществява се по-бърза комуникация, от колкото през интернет например.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BB5B9-4DE1-1D95-A147-C9607C347A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897" t="50000" r="21119" b="39561"/>
          <a:stretch/>
        </p:blipFill>
        <p:spPr>
          <a:xfrm>
            <a:off x="4015740" y="5455920"/>
            <a:ext cx="1310640" cy="579120"/>
          </a:xfrm>
          <a:prstGeom prst="rect">
            <a:avLst/>
          </a:prstGeom>
        </p:spPr>
      </p:pic>
      <p:sp>
        <p:nvSpPr>
          <p:cNvPr id="8" name="Arrow: Left 7">
            <a:hlinkClick r:id="rId5" action="ppaction://hlinksldjump"/>
            <a:extLst>
              <a:ext uri="{FF2B5EF4-FFF2-40B4-BE49-F238E27FC236}">
                <a16:creationId xmlns:a16="http://schemas.microsoft.com/office/drawing/2014/main" id="{D69926DE-62CB-89B2-EC04-BBE0F6144E29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24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8F8799-815C-4B88-B14B-D381ACF1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447188"/>
            <a:ext cx="4320540" cy="243390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051EA0-264D-60B2-FD05-A44E9DDD7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достъп до мрежата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6C998-1F88-63FF-DF6B-87D45870D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08" y="2287632"/>
            <a:ext cx="9279972" cy="363651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Peer to peer - </a:t>
            </a:r>
            <a:r>
              <a:rPr lang="ru-RU" dirty="0"/>
              <a:t>всяка WS има ресурси за общо ползване, такъв вид се ползва в малки офиси. </a:t>
            </a:r>
            <a:endParaRPr lang="en-US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Недостатъци:</a:t>
            </a:r>
          </a:p>
          <a:p>
            <a:pPr algn="just"/>
            <a:r>
              <a:rPr lang="ru-RU" dirty="0"/>
              <a:t>По-сложна паролната защита и затова по-големи мрежи разчитат на сървърната версия</a:t>
            </a:r>
          </a:p>
          <a:p>
            <a:pPr algn="just"/>
            <a:r>
              <a:rPr lang="ru-RU" dirty="0"/>
              <a:t>По-скъпите WS тъй като всичко се съхранява на тях, а не на посветен за това сървър</a:t>
            </a:r>
            <a:endParaRPr lang="en-US" dirty="0"/>
          </a:p>
          <a:p>
            <a:endParaRPr lang="en-US" dirty="0"/>
          </a:p>
        </p:txBody>
      </p:sp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D2A7D566-71CF-6651-9317-B9B8365D8952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23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77CDAF-E334-CCF2-AC72-0B35C1CAC4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-110491"/>
            <a:ext cx="13526712" cy="70789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E91A43-5CE3-44C2-A9A0-B7E47A22A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Клиент-сървърна мрежа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12E4-6866-1114-44FD-A22DF5189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51" y="1610744"/>
            <a:ext cx="5604948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Клиент-сървър – в LAN мрежата освен WS има и сървъри. Всики приложения инсталирани на сървъра са за общо ползване. Сървъра се свързва с клиента чрез заявки за обслужване които сървъра обслужва по различни начини. </a:t>
            </a:r>
            <a:endParaRPr lang="en-US" dirty="0"/>
          </a:p>
        </p:txBody>
      </p:sp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8E958235-60A0-728D-0F3C-9DA48A3FDBA6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05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D053-D5CC-1699-92C6-E7E60DBF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BB1A-D05C-5EB5-8CF5-A31B36118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992" y="1765087"/>
            <a:ext cx="4157148" cy="3636511"/>
          </a:xfrm>
        </p:spPr>
        <p:txBody>
          <a:bodyPr/>
          <a:lstStyle/>
          <a:p>
            <a:pPr algn="just"/>
            <a:r>
              <a:rPr lang="ru-RU" dirty="0"/>
              <a:t>Основната разлика между двете е че в peer to peer няма сървър и всички се извършва от работните станции (WS)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826EF-2B42-0EC9-C00C-4A555D09CB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06915" y="650831"/>
            <a:ext cx="3183944" cy="222851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43F5CE-6C74-3A5E-63E3-55032F354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607" y="2713156"/>
            <a:ext cx="3577833" cy="357783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Arrow: Left 6">
            <a:hlinkClick r:id="rId4" action="ppaction://hlinksldjump"/>
            <a:extLst>
              <a:ext uri="{FF2B5EF4-FFF2-40B4-BE49-F238E27FC236}">
                <a16:creationId xmlns:a16="http://schemas.microsoft.com/office/drawing/2014/main" id="{B197020F-1065-EED5-8A95-6BE23007A3E9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64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FC30-55E2-8A60-D584-160D5CCD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8A7A-D6D6-B4F4-C8A2-144D11854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094" y="2039407"/>
            <a:ext cx="3440866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bg-BG" dirty="0"/>
              <a:t>Според начина си на свързване те варират на три вида </a:t>
            </a:r>
          </a:p>
          <a:p>
            <a:pPr algn="just"/>
            <a:r>
              <a:rPr lang="bg-BG" dirty="0"/>
              <a:t>Шинна</a:t>
            </a:r>
          </a:p>
          <a:p>
            <a:pPr algn="just"/>
            <a:r>
              <a:rPr lang="bg-BG" dirty="0"/>
              <a:t>Кръговидна</a:t>
            </a:r>
          </a:p>
          <a:p>
            <a:pPr algn="just"/>
            <a:r>
              <a:rPr lang="bg-BG" dirty="0"/>
              <a:t>звездообразна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0F29ABD-821A-D11E-78FC-EB75BC3F06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39863"/>
              </p:ext>
            </p:extLst>
          </p:nvPr>
        </p:nvGraphicFramePr>
        <p:xfrm>
          <a:off x="4197786" y="1490767"/>
          <a:ext cx="7325360" cy="4759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Arrow: Left 9">
            <a:hlinkClick r:id="rId7" action="ppaction://hlinksldjump"/>
            <a:extLst>
              <a:ext uri="{FF2B5EF4-FFF2-40B4-BE49-F238E27FC236}">
                <a16:creationId xmlns:a16="http://schemas.microsoft.com/office/drawing/2014/main" id="{3270F39D-BE08-346D-2AE8-88D236201541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2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FAA5-C801-1B49-CEF9-70ADDEE3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499"/>
            <a:ext cx="10515600" cy="1325563"/>
          </a:xfrm>
        </p:spPr>
        <p:txBody>
          <a:bodyPr/>
          <a:lstStyle/>
          <a:p>
            <a:r>
              <a:rPr lang="bg-BG" dirty="0"/>
              <a:t>шинна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092837-57EF-1D59-C6C0-3F8B10A8F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2120" y="2343626"/>
            <a:ext cx="3810000" cy="3181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D13CAF-EEE7-C62C-F087-59C08E85AA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508" t="59835" r="-431" b="11847"/>
          <a:stretch/>
        </p:blipFill>
        <p:spPr>
          <a:xfrm>
            <a:off x="9720000" y="887640"/>
            <a:ext cx="2052799" cy="1001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6381EB-24AA-E025-13B7-7C0173EB6AC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87541" y="2287662"/>
            <a:ext cx="3167062" cy="22826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Arrow: Left 7">
            <a:hlinkClick r:id="rId7" action="ppaction://hlinksldjump"/>
            <a:extLst>
              <a:ext uri="{FF2B5EF4-FFF2-40B4-BE49-F238E27FC236}">
                <a16:creationId xmlns:a16="http://schemas.microsoft.com/office/drawing/2014/main" id="{8CF30AC5-6974-8468-AF46-FA6C4B4B5940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4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03C0-D920-9BAD-4343-41F7EDB8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кръговидна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E5A8AE-A79F-BA35-A223-E701AC760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20" b="56006"/>
          <a:stretch/>
        </p:blipFill>
        <p:spPr>
          <a:xfrm>
            <a:off x="9720000" y="-23897"/>
            <a:ext cx="1895526" cy="19126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036496-7B60-A8ED-58E4-0ADFEBED26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563"/>
          <a:stretch/>
        </p:blipFill>
        <p:spPr>
          <a:xfrm>
            <a:off x="1168960" y="2702558"/>
            <a:ext cx="3243020" cy="35687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E333D-E7D2-0D54-59EA-815E04A67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9440" y="2864167"/>
            <a:ext cx="2819400" cy="25622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Arrow: Left 8">
            <a:hlinkClick r:id="rId6" action="ppaction://hlinksldjump"/>
            <a:extLst>
              <a:ext uri="{FF2B5EF4-FFF2-40B4-BE49-F238E27FC236}">
                <a16:creationId xmlns:a16="http://schemas.microsoft.com/office/drawing/2014/main" id="{3A9EA3B9-79FF-F7D8-ED3E-ADCA5566ABA2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6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38F3-5C95-7CAB-FAC6-D5F8AFB6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звездообразна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F1F297-C508-368F-E5D8-A53903CF6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1" t="976" r="26266" b="57534"/>
          <a:stretch/>
        </p:blipFill>
        <p:spPr>
          <a:xfrm>
            <a:off x="9720000" y="447188"/>
            <a:ext cx="1225498" cy="1296839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570C75-8307-87D6-D22D-B0723DE2D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2147" y="2427922"/>
            <a:ext cx="2562225" cy="34956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ADD771-A51C-3DDE-C705-CE7335E8E4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1170" y="2487930"/>
            <a:ext cx="2523359" cy="20840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Left 7">
            <a:hlinkClick r:id="rId7" action="ppaction://hlinksldjump"/>
            <a:extLst>
              <a:ext uri="{FF2B5EF4-FFF2-40B4-BE49-F238E27FC236}">
                <a16:creationId xmlns:a16="http://schemas.microsoft.com/office/drawing/2014/main" id="{2A4F70D2-8FC0-B257-A9E6-5EE95282ED95}"/>
              </a:ext>
            </a:extLst>
          </p:cNvPr>
          <p:cNvSpPr/>
          <p:nvPr/>
        </p:nvSpPr>
        <p:spPr>
          <a:xfrm>
            <a:off x="11582400" y="6477000"/>
            <a:ext cx="510540" cy="3276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77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2D42-609E-C772-600E-1AA425A2D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Можете ли да отговорите на тези въпроси?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82D5-C62A-6674-0743-1B12C056F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Можем ли да изградим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 </a:t>
            </a:r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мрежа в дома ни?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Помните ли какво означава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WS?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Освен с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Wi-Fi</a:t>
            </a:r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по какъв друг начин можем да създадем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 </a:t>
            </a:r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мрежа?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Спомняте ли си какво е другото име на рутера?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Кажете една полза от използването на локална мрежа?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bg-B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Как се нарича мрежата, която свързваме със сървър?</a:t>
            </a:r>
            <a:endParaRPr lang="bg-B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202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B75A-1236-8BFD-BEB1-D621AAE8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Източници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4A240-57DC-4852-D2D4-AEDB01A58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https://bg.eyewated.com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https://bg.wikipedia.org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http://techs-mobile.blogspot.com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https://bg.if-koubou.com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2CE4D-1A17-3CA7-F945-979ACFF91B68}"/>
              </a:ext>
            </a:extLst>
          </p:cNvPr>
          <p:cNvSpPr txBox="1"/>
          <p:nvPr/>
        </p:nvSpPr>
        <p:spPr>
          <a:xfrm>
            <a:off x="10296148" y="6410812"/>
            <a:ext cx="2628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solidFill>
                  <a:srgbClr val="3F86AE"/>
                </a:solidFill>
              </a:rPr>
              <a:t>Стивън Илиев 10г</a:t>
            </a:r>
            <a:endParaRPr lang="en-US" sz="1600" dirty="0">
              <a:solidFill>
                <a:srgbClr val="3F86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07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ACECE1E4-636E-48DB-87ED-4A76DC9337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143</TotalTime>
  <Words>645</Words>
  <Application>Microsoft Office PowerPoint</Application>
  <PresentationFormat>Widescreen</PresentationFormat>
  <Paragraphs>63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Quotable</vt:lpstr>
      <vt:lpstr>LAN - мрежи</vt:lpstr>
      <vt:lpstr>Съдържание</vt:lpstr>
      <vt:lpstr>Какво представлява LAN?</vt:lpstr>
      <vt:lpstr>PowerPoint Presentation</vt:lpstr>
      <vt:lpstr>Основни хардуерни компоненти</vt:lpstr>
      <vt:lpstr>WS (Work Station)</vt:lpstr>
      <vt:lpstr>Интерфейсни мрежови карти (NIC)</vt:lpstr>
      <vt:lpstr>Обща преносна среда </vt:lpstr>
      <vt:lpstr>HUB (повторител, концентратор) </vt:lpstr>
      <vt:lpstr>Сървър</vt:lpstr>
      <vt:lpstr>Мост (Bridge)</vt:lpstr>
      <vt:lpstr>Маршрутизатор  (рутер)</vt:lpstr>
      <vt:lpstr>Суич (Switch)</vt:lpstr>
      <vt:lpstr>Защо бихме използвали LAN мрежа? </vt:lpstr>
      <vt:lpstr>Видове достъп до мрежата</vt:lpstr>
      <vt:lpstr>Клиент-сървърна мрежа</vt:lpstr>
      <vt:lpstr>PowerPoint Presentation</vt:lpstr>
      <vt:lpstr>PowerPoint Presentation</vt:lpstr>
      <vt:lpstr>шинна</vt:lpstr>
      <vt:lpstr>кръговидна</vt:lpstr>
      <vt:lpstr>звездообразна</vt:lpstr>
      <vt:lpstr>Можете ли да отговорите на тези въпроси?</vt:lpstr>
      <vt:lpstr>Източници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 - мрежи</dc:title>
  <dc:creator>Стивън М. Илиев</dc:creator>
  <cp:lastModifiedBy>Стивън М. Илиев</cp:lastModifiedBy>
  <cp:revision>3</cp:revision>
  <dcterms:created xsi:type="dcterms:W3CDTF">2022-12-19T23:55:39Z</dcterms:created>
  <dcterms:modified xsi:type="dcterms:W3CDTF">2022-12-20T06:11:02Z</dcterms:modified>
</cp:coreProperties>
</file>