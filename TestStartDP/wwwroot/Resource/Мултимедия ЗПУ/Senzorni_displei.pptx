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2" r:id="rId16"/>
    <p:sldId id="273" r:id="rId17"/>
    <p:sldId id="269" r:id="rId18"/>
    <p:sldId id="270" r:id="rId19"/>
    <p:sldId id="271" r:id="rId20"/>
    <p:sldId id="274" r:id="rId21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81" d="100"/>
          <a:sy n="81" d="100"/>
        </p:scale>
        <p:origin x="-25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039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731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16185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2761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57787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2179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6965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50303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5559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7900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89826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519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96761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86611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47700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48924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72432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A262E-AE38-42D9-900C-AA1101304BE4}" type="datetimeFigureOut">
              <a:rPr lang="bg-BG" smtClean="0"/>
              <a:t>19.12.2022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44E63-2695-4D8D-9539-AA75C5E4F892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339537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9.xml"/><Relationship Id="rId7" Type="http://schemas.openxmlformats.org/officeDocument/2006/relationships/image" Target="../media/image6.png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3.xml"/><Relationship Id="rId4" Type="http://schemas.openxmlformats.org/officeDocument/2006/relationships/slide" Target="slide11.xml"/><Relationship Id="rId9" Type="http://schemas.openxmlformats.org/officeDocument/2006/relationships/slide" Target="slide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9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b="1" dirty="0"/>
              <a:t>С</a:t>
            </a:r>
            <a:r>
              <a:rPr lang="bg-BG" b="1" dirty="0" smtClean="0"/>
              <a:t>ензорни дисплеи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Мартин Тодоров 10г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8985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Описание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651789" cy="4351338"/>
          </a:xfrm>
        </p:spPr>
        <p:txBody>
          <a:bodyPr>
            <a:normAutofit fontScale="92500"/>
          </a:bodyPr>
          <a:lstStyle/>
          <a:p>
            <a:r>
              <a:rPr lang="ru-RU" dirty="0"/>
              <a:t>С</a:t>
            </a:r>
            <a:r>
              <a:rPr lang="ru-RU" dirty="0" smtClean="0"/>
              <a:t>ензорен дисплей е вграден сензорен екран или панел, или периферно устройство на компютър, това е дисплей, който реагира на докосване. Така сензорният екран играе роля едновременно на входно и на изходно устройство, и дава възможност на потребителя да взаимодейства директно с обектите, изобразени на него. Освен пръстите си, потребителят може да използва и писалка за въвеждане на данни. Сензорните екрани, които могат да регистрират едновременно няколко отделни докосвания се наричат мултисензорни екрани</a:t>
            </a:r>
            <a:endParaRPr lang="bg-BG" dirty="0"/>
          </a:p>
        </p:txBody>
      </p:sp>
      <p:pic>
        <p:nvPicPr>
          <p:cNvPr id="1026" name="Picture 2" descr="https://upload.wikimedia.org/wikipedia/commons/thumb/e/e1/2018_09_13_NAU_ED_TECH_163.jpg/260px-2018_09_13_NAU_ED_TECH_16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9989" y="4455040"/>
            <a:ext cx="2476500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0733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00135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Сензорният екран позволява на потребителя, който го използва, директно да взаимодейства с това, което се показва на него, вместо да използва компютърна мишка, клавиатура или някакво друга междинна периферия.</a:t>
            </a:r>
            <a:endParaRPr lang="bg-BG" dirty="0"/>
          </a:p>
        </p:txBody>
      </p:sp>
      <p:pic>
        <p:nvPicPr>
          <p:cNvPr id="2050" name="Picture 2" descr="https://upload.wikimedia.org/wikipedia/commons/thumb/5/5a/Interactive_table_at_Ideen_2020_exhibition_2013-04-16_09.27.08.jpg/260px-Interactive_table_at_Ideen_2020_exhibition_2013-04-16_09.27.0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271" y="2097088"/>
            <a:ext cx="3345204" cy="2225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326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195147"/>
            <a:ext cx="4483443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Сензорните екрани са все по-често срещани и в различни от мобилните телефони, таблетите и смартфоните</a:t>
            </a:r>
            <a:endParaRPr lang="bg-BG" dirty="0"/>
          </a:p>
        </p:txBody>
      </p:sp>
      <p:sp>
        <p:nvSpPr>
          <p:cNvPr id="4" name="AutoShape 2" descr="Сензорни екрани с повърхностни акустични вълни (SAW) | Твоите технологии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684" y="2908192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819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Видове сензорни екрани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hlinkClick r:id="rId2" action="ppaction://hlinksldjump"/>
              </a:rPr>
              <a:t>Капацитивни</a:t>
            </a:r>
            <a:endParaRPr lang="ru-RU" dirty="0"/>
          </a:p>
          <a:p>
            <a:r>
              <a:rPr lang="ru-RU" dirty="0" smtClean="0">
                <a:hlinkClick r:id="rId3" action="ppaction://hlinksldjump"/>
              </a:rPr>
              <a:t>Резистивни</a:t>
            </a:r>
            <a:endParaRPr lang="ru-RU" dirty="0"/>
          </a:p>
          <a:p>
            <a:r>
              <a:rPr lang="ru-RU" dirty="0" smtClean="0">
                <a:hlinkClick r:id="rId4" action="ppaction://hlinksldjump"/>
              </a:rPr>
              <a:t>Обемни</a:t>
            </a:r>
            <a:endParaRPr lang="ru-RU" dirty="0"/>
          </a:p>
          <a:p>
            <a:r>
              <a:rPr lang="ru-RU" dirty="0" smtClean="0">
                <a:hlinkClick r:id="rId5" action="ppaction://hlinksldjump"/>
              </a:rPr>
              <a:t>Проекционни</a:t>
            </a:r>
            <a:endParaRPr lang="ru-RU" dirty="0" smtClean="0"/>
          </a:p>
          <a:p>
            <a:r>
              <a:rPr lang="ru-RU" dirty="0" smtClean="0">
                <a:hlinkClick r:id="rId6" action="ppaction://hlinksldjump"/>
              </a:rPr>
              <a:t>С </a:t>
            </a:r>
            <a:r>
              <a:rPr lang="ru-RU" dirty="0">
                <a:hlinkClick r:id="rId6" action="ppaction://hlinksldjump"/>
              </a:rPr>
              <a:t>повърхностни акустични </a:t>
            </a:r>
            <a:r>
              <a:rPr lang="ru-RU" dirty="0" smtClean="0">
                <a:hlinkClick r:id="rId6" action="ppaction://hlinksldjump"/>
              </a:rPr>
              <a:t>вълни </a:t>
            </a:r>
            <a:endParaRPr lang="ru-RU" dirty="0"/>
          </a:p>
          <a:p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2457" y="80835"/>
            <a:ext cx="2790825" cy="1638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3219" y="4933951"/>
            <a:ext cx="2656316" cy="1714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9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7391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Капацитивни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1371" y="2097088"/>
            <a:ext cx="5406081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Капацитивен сензорен екран е екран на дисплея на устройството, който разчита на натиска на пръста за взаимодействие. </a:t>
            </a:r>
            <a:endParaRPr lang="bg-BG" dirty="0"/>
          </a:p>
        </p:txBody>
      </p:sp>
      <p:pic>
        <p:nvPicPr>
          <p:cNvPr id="5122" name="Picture 2" descr="Монитори « Сензорен дисплей Да » Цени — Plasico IT Supersto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812" y="4930904"/>
            <a:ext cx="27432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4886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51854" cy="435133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Капацитивните устройства с тъчскрийн обикновено са ръчни и се свързват с мрежи или компютри чрез архитектура, която поддържа различни компоненти, включително сателитни навигационни устройства, лични цифрови асистенти и мобилни телефони.</a:t>
            </a:r>
            <a:endParaRPr lang="bg-BG" dirty="0" smtClean="0"/>
          </a:p>
          <a:p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038" y="4329113"/>
            <a:ext cx="2466975" cy="1847850"/>
          </a:xfrm>
          <a:prstGeom prst="rect">
            <a:avLst/>
          </a:prstGeom>
        </p:spPr>
      </p:pic>
      <p:pic>
        <p:nvPicPr>
          <p:cNvPr id="6148" name="Picture 4" descr="Smartphones - Galaxy Mobiles - Smart Phones in India | Samsung In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7147">
            <a:off x="8884250" y="280625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Samsung Galaxy A33 5G Price in India, Full Specs (9th December 2022) |  91mobiles.c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0292">
            <a:off x="6786435" y="2092259"/>
            <a:ext cx="1193199" cy="159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480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07227" cy="4351338"/>
          </a:xfrm>
        </p:spPr>
        <p:txBody>
          <a:bodyPr/>
          <a:lstStyle/>
          <a:p>
            <a:r>
              <a:rPr lang="ru-RU" dirty="0" smtClean="0"/>
              <a:t>Капацитивен сензорен екран се активира от човешко докосване, който служи като електрически проводник, използван за стимулиране на електростатичното поле на сензорния екран.</a:t>
            </a:r>
            <a:endParaRPr lang="bg-BG" dirty="0"/>
          </a:p>
        </p:txBody>
      </p:sp>
      <p:pic>
        <p:nvPicPr>
          <p:cNvPr id="1026" name="Picture 2" descr="Nomophobia: Fear of Being Without Your Phone Stressing You Out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834" y="2524146"/>
            <a:ext cx="2466975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218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Резистивни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827" y="1690688"/>
            <a:ext cx="5620265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Резистивните сензорни панели работят на принципа на делител на напрежение. Подобен панел се състои от проводникова подложка с пластмасова мембрана, притежаваща определено съпротивление. </a:t>
            </a:r>
            <a:endParaRPr lang="bg-BG" dirty="0"/>
          </a:p>
        </p:txBody>
      </p:sp>
      <p:pic>
        <p:nvPicPr>
          <p:cNvPr id="2050" name="Picture 2" descr="Резистивни датчици тип Pt от фирма TEWA, TT-PT100A-2050-11,  TT-PT100B-2050-11 |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164" y="4185122"/>
            <a:ext cx="2381250" cy="1924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276" y="2240992"/>
            <a:ext cx="2543175" cy="18002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2065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864178" cy="4351338"/>
          </a:xfrm>
        </p:spPr>
        <p:txBody>
          <a:bodyPr/>
          <a:lstStyle/>
          <a:p>
            <a:r>
              <a:rPr lang="ru-RU" dirty="0" smtClean="0"/>
              <a:t>При натискане на мембраната се променя съпротивлението в тази точка между краищата на подложката и мембраната, а електрониката изчислява координатите на точката. Предимствата на подобни екрани е в ниската им цена и лекотата на управление.</a:t>
            </a:r>
            <a:endParaRPr lang="bg-BG" dirty="0" smtClean="0"/>
          </a:p>
          <a:p>
            <a:endParaRPr lang="bg-BG" dirty="0"/>
          </a:p>
        </p:txBody>
      </p:sp>
      <p:pic>
        <p:nvPicPr>
          <p:cNvPr id="3074" name="Picture 2" descr="Открийте предимствата и недостатъците на капацитивните сензорни екрани и  резистивните сензорни екрани - Изложение - Rina Technology Co., Lt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315" y="2383952"/>
            <a:ext cx="2095500" cy="2181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5643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Обемни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37173" cy="4351338"/>
          </a:xfrm>
        </p:spPr>
        <p:txBody>
          <a:bodyPr/>
          <a:lstStyle/>
          <a:p>
            <a:r>
              <a:rPr lang="ru-RU" dirty="0"/>
              <a:t>Технологията на обемния сензорен панел действа на принципа на това, че предмет с голяма мощност може да произвежда електричен ток. Работата на подобни екрани се състои в нанасянето на електропроводящ слой на стъклото при това четирите ъгъла на екрана получават слаб ток.</a:t>
            </a:r>
            <a:endParaRPr lang="bg-B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069" y="5007147"/>
            <a:ext cx="3086100" cy="1485900"/>
          </a:xfrm>
          <a:prstGeom prst="rect">
            <a:avLst/>
          </a:prstGeom>
        </p:spPr>
      </p:pic>
      <p:pic>
        <p:nvPicPr>
          <p:cNvPr id="1030" name="Picture 6" descr="Какво е по-добре: резистивен или капацитивен екран? Видове сензорен екра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8801" y="2571686"/>
            <a:ext cx="23431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0975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163962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Ако се докосне екранът с предмет с голяма мощност като пръста например протича слаб ток. Колкото по-близо е точката на докосване, толкова по-голяма е и неговата сила, която се регистрира в елекетрониката, изчисляваща координатите на докосване</a:t>
            </a:r>
            <a:r>
              <a:rPr lang="ru-RU" dirty="0" smtClean="0"/>
              <a:t>. В сравнение с резистивните дисплеи те са по-прозрачни, но техен недостатък е липсата на чувствителност до непроводими елементи.</a:t>
            </a:r>
            <a:endParaRPr lang="bg-BG" dirty="0"/>
          </a:p>
        </p:txBody>
      </p:sp>
      <p:pic>
        <p:nvPicPr>
          <p:cNvPr id="2050" name="Picture 2" descr="Energy TOUCH MP4 плейър, 16GB, сензорен дисплей, FM радио, Bluetooth, жълт  нюанс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705" y="267008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4508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Проекционни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811530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Проекционно-мощните сензорни екрани са създадени на базата на измерване на мощността на кондензатор, образуващ се между тялото на човек и прозрачния електрод на повърхността на стъклото, което в случая е диелектрик.</a:t>
            </a:r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0199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7038761" cy="3541714"/>
          </a:xfrm>
        </p:spPr>
        <p:txBody>
          <a:bodyPr/>
          <a:lstStyle/>
          <a:p>
            <a:r>
              <a:rPr lang="ru-RU" dirty="0" smtClean="0"/>
              <a:t>Впоследствие </a:t>
            </a:r>
            <a:r>
              <a:rPr lang="ru-RU" dirty="0"/>
              <a:t>на това, че електродите се намират на вътрешната повърхност на екрана, той е много устойчив на механични повреди и може да се използва при всякакви условия.</a:t>
            </a:r>
          </a:p>
          <a:p>
            <a:endParaRPr lang="bg-BG" dirty="0"/>
          </a:p>
        </p:txBody>
      </p:sp>
      <p:sp>
        <p:nvSpPr>
          <p:cNvPr id="5" name="Rectangle 4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371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Оптични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5638329" cy="3541714"/>
          </a:xfrm>
        </p:spPr>
        <p:txBody>
          <a:bodyPr/>
          <a:lstStyle/>
          <a:p>
            <a:r>
              <a:rPr lang="ru-RU" dirty="0"/>
              <a:t>при тях инфрачервена светлина осветява стъклото, в резултат на докосване до него светлинните лъчи се улавят от </a:t>
            </a:r>
            <a:r>
              <a:rPr lang="ru-RU" dirty="0" smtClean="0"/>
              <a:t>датчика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048875" y="2568061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031" y="4275996"/>
            <a:ext cx="2143125" cy="21431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985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Индукционни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249487"/>
            <a:ext cx="6173788" cy="3541714"/>
          </a:xfrm>
        </p:spPr>
        <p:txBody>
          <a:bodyPr/>
          <a:lstStyle/>
          <a:p>
            <a:r>
              <a:rPr lang="ru-RU" dirty="0"/>
              <a:t>в дисплеите има елемент за реагиране на докосване на активното перо, захранващо се от електромагнитния </a:t>
            </a:r>
            <a:r>
              <a:rPr lang="ru-RU" dirty="0" smtClean="0"/>
              <a:t>резонанс</a:t>
            </a:r>
            <a:endParaRPr lang="bg-B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697" y="4285091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065" y="2141966"/>
            <a:ext cx="2143125" cy="21431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854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 повърхностни акустични вълни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17476" cy="435133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Тези видове сензорни екрани са основани на наличието на ултразвукови колебания в дебелината на екрана. При докосване към вибриращо стъкло вълната се поглъща и точката на докосване се регистрира от датчика на екрана. Предимствата на тази технология е високата надеждност и разпознаване на натисканията. Недостатък обаче е слабата защита, заради което тяхната употреба е много рядка.</a:t>
            </a:r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647" y="2872176"/>
            <a:ext cx="2329764" cy="22582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2302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Примери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Телефон, таблет – Резистивни екрани</a:t>
            </a:r>
          </a:p>
          <a:p>
            <a:r>
              <a:rPr lang="bg-BG" dirty="0"/>
              <a:t>Електронни пощи, Банки, Ноутбуци </a:t>
            </a:r>
            <a:r>
              <a:rPr lang="bg-BG" dirty="0" smtClean="0"/>
              <a:t>– Проекционни екрани</a:t>
            </a:r>
          </a:p>
          <a:p>
            <a:r>
              <a:rPr lang="ru-RU" dirty="0"/>
              <a:t>О</a:t>
            </a:r>
            <a:r>
              <a:rPr lang="ru-RU" dirty="0" smtClean="0"/>
              <a:t>храняеми помещения</a:t>
            </a:r>
            <a:r>
              <a:rPr lang="ru-RU" dirty="0"/>
              <a:t> </a:t>
            </a:r>
            <a:r>
              <a:rPr lang="ru-RU" dirty="0" smtClean="0"/>
              <a:t>– Обемни екрани</a:t>
            </a:r>
            <a:endParaRPr lang="bg-BG" dirty="0" smtClean="0"/>
          </a:p>
          <a:p>
            <a:endParaRPr lang="bg-BG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4202713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981" y="4245575"/>
            <a:ext cx="2057400" cy="2057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4831" y="4202712"/>
            <a:ext cx="2143125" cy="21431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1848" y="6203608"/>
            <a:ext cx="1161535" cy="44484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bg-BG" sz="1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 action="ppaction://hlinksldjump"/>
              </a:rPr>
              <a:t>Обратно към тест</a:t>
            </a:r>
            <a:endParaRPr lang="bg-BG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6688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Тест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1. Какви са видовете оптични екрани? </a:t>
            </a:r>
          </a:p>
          <a:p>
            <a:r>
              <a:rPr lang="bg-BG" dirty="0" smtClean="0"/>
              <a:t>2. Какво е характерно </a:t>
            </a:r>
            <a:r>
              <a:rPr lang="bg-BG" dirty="0"/>
              <a:t>за </a:t>
            </a:r>
            <a:r>
              <a:rPr lang="bg-BG" dirty="0" smtClean="0"/>
              <a:t>капацитивните екрани?</a:t>
            </a:r>
          </a:p>
          <a:p>
            <a:r>
              <a:rPr lang="bg-BG" dirty="0" smtClean="0"/>
              <a:t>3. </a:t>
            </a:r>
            <a:r>
              <a:rPr lang="bg-BG" dirty="0"/>
              <a:t>Какво е характерно </a:t>
            </a:r>
            <a:r>
              <a:rPr lang="bg-BG" dirty="0" smtClean="0"/>
              <a:t>за </a:t>
            </a:r>
            <a:r>
              <a:rPr lang="ru-RU" dirty="0"/>
              <a:t>р</a:t>
            </a:r>
            <a:r>
              <a:rPr lang="ru-RU" dirty="0" smtClean="0"/>
              <a:t>езистивните</a:t>
            </a:r>
            <a:r>
              <a:rPr lang="bg-BG" dirty="0" smtClean="0"/>
              <a:t> </a:t>
            </a:r>
            <a:r>
              <a:rPr lang="bg-BG" dirty="0"/>
              <a:t>екрани?</a:t>
            </a:r>
            <a:endParaRPr lang="bg-BG" dirty="0" smtClean="0"/>
          </a:p>
          <a:p>
            <a:r>
              <a:rPr lang="bg-BG" dirty="0" smtClean="0"/>
              <a:t>4. Какво е характерно </a:t>
            </a:r>
            <a:r>
              <a:rPr lang="bg-BG" dirty="0"/>
              <a:t>за </a:t>
            </a:r>
            <a:r>
              <a:rPr lang="bg-BG" dirty="0" smtClean="0"/>
              <a:t>обемните екрани? </a:t>
            </a:r>
          </a:p>
          <a:p>
            <a:r>
              <a:rPr lang="bg-BG" dirty="0" smtClean="0"/>
              <a:t>5. Какво е характерно за </a:t>
            </a:r>
            <a:r>
              <a:rPr lang="ru-RU" dirty="0" smtClean="0"/>
              <a:t>проекционните екрани?</a:t>
            </a:r>
            <a:endParaRPr lang="bg-BG" dirty="0"/>
          </a:p>
        </p:txBody>
      </p:sp>
      <p:pic>
        <p:nvPicPr>
          <p:cNvPr id="3074" name="Picture 2" descr="Emoticon Thinking transparent PNG - Stick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246" y="420534"/>
            <a:ext cx="2271634" cy="187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9723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Тест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6. Какво е характерно за оптичните екрани?</a:t>
            </a:r>
          </a:p>
          <a:p>
            <a:r>
              <a:rPr lang="bg-BG" dirty="0" smtClean="0"/>
              <a:t>7. Какво е характерно за </a:t>
            </a:r>
            <a:r>
              <a:rPr lang="bg-BG" dirty="0"/>
              <a:t>и</a:t>
            </a:r>
            <a:r>
              <a:rPr lang="bg-BG" dirty="0" smtClean="0"/>
              <a:t>ндукционните екрани?</a:t>
            </a:r>
          </a:p>
          <a:p>
            <a:r>
              <a:rPr lang="bg-BG" dirty="0" smtClean="0"/>
              <a:t>8. Какво е характерното за екраните с </a:t>
            </a:r>
            <a:r>
              <a:rPr lang="bg-BG" dirty="0"/>
              <a:t>повърхностни акустични </a:t>
            </a:r>
            <a:r>
              <a:rPr lang="bg-BG" dirty="0" smtClean="0"/>
              <a:t>вълни?</a:t>
            </a:r>
          </a:p>
          <a:p>
            <a:r>
              <a:rPr lang="bg-BG" dirty="0"/>
              <a:t>9. Дайте примери за р</a:t>
            </a:r>
            <a:r>
              <a:rPr lang="bg-BG" dirty="0" smtClean="0"/>
              <a:t>езистивни екрани.</a:t>
            </a:r>
          </a:p>
          <a:p>
            <a:r>
              <a:rPr lang="bg-BG" dirty="0" smtClean="0"/>
              <a:t>10. Дайте примери </a:t>
            </a:r>
            <a:r>
              <a:rPr lang="bg-BG" dirty="0"/>
              <a:t>за </a:t>
            </a:r>
            <a:r>
              <a:rPr lang="bg-BG" dirty="0" smtClean="0"/>
              <a:t>обемни екрани.</a:t>
            </a:r>
            <a:endParaRPr lang="bg-B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761" y="402034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98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269</TotalTime>
  <Words>724</Words>
  <Application>Microsoft Office PowerPoint</Application>
  <PresentationFormat>Custom</PresentationFormat>
  <Paragraphs>61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Circuit</vt:lpstr>
      <vt:lpstr>Сензорни дисплеи</vt:lpstr>
      <vt:lpstr>Описание</vt:lpstr>
      <vt:lpstr>PowerPoint Presentation</vt:lpstr>
      <vt:lpstr>PowerPoint Presentation</vt:lpstr>
      <vt:lpstr>Видове сензорни екрани</vt:lpstr>
      <vt:lpstr>Капацитивни</vt:lpstr>
      <vt:lpstr>PowerPoint Presentation</vt:lpstr>
      <vt:lpstr>PowerPoint Presentation</vt:lpstr>
      <vt:lpstr>Резистивни</vt:lpstr>
      <vt:lpstr>PowerPoint Presentation</vt:lpstr>
      <vt:lpstr>Обемни</vt:lpstr>
      <vt:lpstr>PowerPoint Presentation</vt:lpstr>
      <vt:lpstr>Проекционни</vt:lpstr>
      <vt:lpstr>PowerPoint Presentation</vt:lpstr>
      <vt:lpstr>Оптични</vt:lpstr>
      <vt:lpstr>Индукционни</vt:lpstr>
      <vt:lpstr>С повърхностни акустични вълни</vt:lpstr>
      <vt:lpstr>Примери</vt:lpstr>
      <vt:lpstr>Тест</vt:lpstr>
      <vt:lpstr>Тест</vt:lpstr>
    </vt:vector>
  </TitlesOfParts>
  <Company>GS Group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Сензорни дисплеи</dc:title>
  <dc:creator>User</dc:creator>
  <cp:lastModifiedBy>PC-0</cp:lastModifiedBy>
  <cp:revision>17</cp:revision>
  <dcterms:created xsi:type="dcterms:W3CDTF">2022-12-09T21:22:48Z</dcterms:created>
  <dcterms:modified xsi:type="dcterms:W3CDTF">2022-12-19T12:27:12Z</dcterms:modified>
</cp:coreProperties>
</file>