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296F9B-D3A5-495C-B2B0-467F8116C7CF}" v="538" dt="2022-12-19T13:04:45.5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04526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482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12/19/2022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481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81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398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246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685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82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811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704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000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4EC743F4-8769-40B4-85DF-6CB8DE9F66AA}" type="datetimeFigureOut">
              <a:rPr lang="en-US" smtClean="0"/>
              <a:pPr/>
              <a:t>12/19/2022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378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0">
            <a:extLst>
              <a:ext uri="{FF2B5EF4-FFF2-40B4-BE49-F238E27FC236}">
                <a16:creationId xmlns:a16="http://schemas.microsoft.com/office/drawing/2014/main" id="{1F4CD6D0-88B6-45F4-AC60-54587D3C9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6" descr="A picture containing electronics, printer, indoor&#10;&#10;Description automatically generated">
            <a:extLst>
              <a:ext uri="{FF2B5EF4-FFF2-40B4-BE49-F238E27FC236}">
                <a16:creationId xmlns:a16="http://schemas.microsoft.com/office/drawing/2014/main" id="{51322737-B104-D3E6-636F-C5273D37BD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46"/>
          <a:stretch/>
        </p:blipFill>
        <p:spPr>
          <a:xfrm>
            <a:off x="2536805" y="2102744"/>
            <a:ext cx="7128056" cy="4012547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9" name="Rectangle 32">
            <a:extLst>
              <a:ext uri="{FF2B5EF4-FFF2-40B4-BE49-F238E27FC236}">
                <a16:creationId xmlns:a16="http://schemas.microsoft.com/office/drawing/2014/main" id="{C2E86F6D-198D-45C3-AC93-8D31B8A4D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3792828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40000"/>
                </a:srgbClr>
              </a:gs>
              <a:gs pos="100000">
                <a:srgbClr val="000000">
                  <a:alpha val="0"/>
                </a:srgbClr>
              </a:gs>
              <a:gs pos="37000">
                <a:srgbClr val="000000">
                  <a:alpha val="20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9510" y="771846"/>
            <a:ext cx="4457690" cy="133200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  <a:cs typeface="Calibri Light"/>
              </a:rPr>
              <a:t>Принтери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54801" y="771846"/>
            <a:ext cx="4451347" cy="1332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FFFFFF">
                    <a:alpha val="80000"/>
                  </a:srgbClr>
                </a:solidFill>
                <a:cs typeface="Calibri"/>
              </a:rPr>
              <a:t>Даниел Боцев</a:t>
            </a:r>
            <a:endParaRPr lang="en-US">
              <a:solidFill>
                <a:srgbClr val="FFFFFF">
                  <a:alpha val="80000"/>
                </a:srgbClr>
              </a:solidFill>
            </a:endParaRPr>
          </a:p>
        </p:txBody>
      </p:sp>
      <p:cxnSp>
        <p:nvCxnSpPr>
          <p:cNvPr id="50" name="Straight Connector 34">
            <a:extLst>
              <a:ext uri="{FF2B5EF4-FFF2-40B4-BE49-F238E27FC236}">
                <a16:creationId xmlns:a16="http://schemas.microsoft.com/office/drawing/2014/main" id="{6C14D892-36B8-4065-9158-50C22E1E69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5826000" y="1437846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16354-38A8-DC8E-C403-8A934914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Значение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00E0A-BFC1-C605-7445-FF47E85CF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359410" indent="-359410" algn="just"/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(в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миналото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популярни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печатащи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устройства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)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компютърни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периферни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устройства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които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служат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печат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хартия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(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понякога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други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материали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)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документи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които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могат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включват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текст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изображения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Повечето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използват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периферни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устройства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прикачени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с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кабел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само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към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един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персонален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компютър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Други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известни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мрежови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работят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с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вграден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мрежов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интерфейс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(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обикновено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безжичен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или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Ethernet),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обслужват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едновременно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много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потребители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Много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съвременни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могат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директно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цифровия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носител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(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мултимедийна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флаш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карта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 USB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флаш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скенер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цифров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фотоапарат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или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камера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),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без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връзка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с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компютър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възпроизвеждат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електронни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документи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комбиниран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в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едно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устройство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със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скенер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факс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и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копир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нарича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мултифункционално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устройство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5420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72384-48FB-BA0A-C0B2-5CC49E067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</a:t>
            </a:r>
            <a:r>
              <a:rPr lang="en-US" dirty="0">
                <a:latin typeface="Calibri"/>
                <a:cs typeface="Calibri"/>
              </a:rPr>
              <a:t>Видове </a:t>
            </a:r>
            <a:r>
              <a:rPr lang="en-US" dirty="0" err="1">
                <a:latin typeface="Calibri"/>
                <a:cs typeface="Calibri"/>
              </a:rPr>
              <a:t>Принтери</a:t>
            </a:r>
            <a:endParaRPr lang="en-US">
              <a:latin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F9320-A31F-706A-455C-5DC10B601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59410" indent="-359410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каретков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принтер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59410" indent="-359410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линеен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принтер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59410" indent="-359410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матричен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принтер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59410" indent="-359410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лазерен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принтер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59410" indent="-359410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мастиленоустроен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принтер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59410" indent="-359410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термопринтери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59410" indent="-359410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сублимационен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принтер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055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97C73-2455-DEDF-2F44-B79E3B59B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Каретков</a:t>
            </a:r>
            <a:r>
              <a:rPr lang="en-US" dirty="0"/>
              <a:t> </a:t>
            </a:r>
            <a:r>
              <a:rPr lang="en-US" dirty="0" err="1"/>
              <a:t>принтер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7F38B-B6AF-813F-2067-47727C4C3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59410" indent="-359410" algn="just"/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тях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използва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технология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подобна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ръчните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пишещи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машини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–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разположени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в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полукръг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рамена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чиито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върхове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поставени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печатащи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букви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в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огледално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изображение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могат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използват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печат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нещо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различно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текст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тъй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рамената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има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само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букви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цифри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Останалата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част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технологията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отново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наподобява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пишещите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машини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–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задвижване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всяко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рамо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удря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листа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хартия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през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намастилена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лента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така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получава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отпечатък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Този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вид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сравнително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евтин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лесен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поддръжка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отличава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с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изключително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качество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отпечатаните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текстови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документи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неговото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приложение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ограничено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той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бързо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изместен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мастиленоструйните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събратя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Скоростта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му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достига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90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символа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в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секунда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  <a:endParaRPr lang="en-US" sz="170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8318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2BAEE-6960-3581-C4E5-DBA3C7EE3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/>
                <a:cs typeface="Calibri"/>
              </a:rPr>
              <a:t>Линеен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принтер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4A894-E008-3A46-1E3E-5E4895BE1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359410" indent="-359410"/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Съществуват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няколко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разновидности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линейни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самото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им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име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ги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обобщава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относително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Първият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тип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т.нар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барабанен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който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символите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цифрите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поставени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въртящи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ролки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събрани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в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общ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барабан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отпечатването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всеки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символ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„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удря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“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специфично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чукче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когато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символът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пада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срещу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листа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хартия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  <a:p>
            <a:pPr marL="359410" indent="-359410"/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Вариация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тази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тема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верижният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линеен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него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символите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подредени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в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последователен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вид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свързани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в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обща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верига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Отново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идването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определен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символ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чукчето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го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притиска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към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листа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хартия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през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мастилената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лента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той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отпечатва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  <a:p>
            <a:pPr marL="359410" indent="-359410"/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Друга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разновидност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линейните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т.нар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лостов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линеен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него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символите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намират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отделни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лостчета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с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обща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основа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която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движи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наляво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надясно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поставяйки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желания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символ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пред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чукчето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след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което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го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притиска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към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листа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  <a:p>
            <a:pPr marL="359410" indent="-359410" algn="just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771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0127D-8F55-59E4-A32A-20FCA55E1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Матричен</a:t>
            </a:r>
            <a:r>
              <a:rPr lang="en-US" dirty="0"/>
              <a:t> </a:t>
            </a:r>
            <a:r>
              <a:rPr lang="en-US" dirty="0" err="1"/>
              <a:t>принетр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BB9AC-1334-AC66-5F15-94CF79B80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59410" indent="-359410" algn="just"/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Принципът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действие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следният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– в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капсулована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глава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поставени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игли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задействани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магнитен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път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задействането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соленоида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управляващ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съответната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игла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изстрелва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напред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притиска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мастилената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лента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към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листа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хартия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отпечатвайки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този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начин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пиксел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Ниската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скорост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отпечатване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големият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шум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време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самия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процес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едни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главните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недостатъци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  <a:endParaRPr lang="en-US" sz="170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6287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6FC62-D26B-C9DA-D9C2-CF2CBEABF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Лазерен</a:t>
            </a:r>
            <a:r>
              <a:rPr lang="en-US" dirty="0"/>
              <a:t> </a:t>
            </a:r>
            <a:r>
              <a:rPr lang="en-US" dirty="0" err="1"/>
              <a:t>принтер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21323-AB8F-C14D-74A7-EAA780A5C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5"/>
            <a:ext cx="10213200" cy="498545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359410" indent="-359410"/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Има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както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черно-бели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така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цветни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лазерни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Принципът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действие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всички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тях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следният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Специален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въртящ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барабан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зарежда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с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електростатичен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заряд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а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след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лазерен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лъч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обрисува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върху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него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текста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или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изображението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което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трябва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отпечата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местата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които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лазерът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докоснал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барабана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електростатичният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заряд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обръща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своя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знак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Следващата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стъпка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нанасяне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тонера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който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представлява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фини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полимерни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прашинки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смесени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с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оцветител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(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например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графитен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прах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)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притежаващи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собствен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електростатичен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заряд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Там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където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лазерният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лъч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обърнал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знака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заряда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върху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барабана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тонерът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полепва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барабана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който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впоследствие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притиска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към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листа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хартия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пренасяйки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тонера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него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Следващата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стъпка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нагряването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листа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разтопят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полимерните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частици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тонера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формирайки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изображението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или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текста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прилепяйки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го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към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хартията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Последната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стъпка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процеса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автоматичното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почистване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барабана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евентуалния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остатъчен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тонер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него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чрез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използване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електрически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неутрално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пластмасово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острие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черно-белите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лазерни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използва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само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касета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с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черен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тонер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а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цветните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освен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черния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тонер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използват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жълт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червен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син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тонер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</a:p>
          <a:p>
            <a:pPr marL="359410" indent="-359410"/>
            <a:endParaRPr lang="en-US" dirty="0">
              <a:solidFill>
                <a:srgbClr val="000000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5972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5B7D0-FE24-0A10-CFFB-EC55348E7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Лазерен</a:t>
            </a:r>
            <a:r>
              <a:rPr lang="en-US" dirty="0"/>
              <a:t> </a:t>
            </a:r>
            <a:r>
              <a:rPr lang="en-US" dirty="0" err="1"/>
              <a:t>принтер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07E18-15B3-70A3-D7F5-D5004B43E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59410" indent="-359410"/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Предимството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лазерните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технология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е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изключително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високата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скорост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печат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комбинирана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с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превъзходно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качество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В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същото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време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цената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всяко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копие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остава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ниска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благодарение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факта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тонерът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представлява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технически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сложен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изработка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продукт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Недостатъците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високата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цена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самите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устройства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както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и в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необходимостта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замяна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отпечатващия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барабан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след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определено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време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и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цикли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работа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както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и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тонеркасетите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след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свършване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тонера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в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тях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а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цените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новите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барабани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и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заредени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тонер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касети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също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ниски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особено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тези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цветните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лазерни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  <a:endParaRPr lang="en-US" sz="1700">
              <a:solidFill>
                <a:schemeClr val="tx1">
                  <a:lumMod val="95000"/>
                  <a:lumOff val="5000"/>
                </a:schemeClr>
              </a:solidFill>
              <a:latin typeface="Calibri"/>
              <a:ea typeface="+mn-lt"/>
              <a:cs typeface="+mn-lt"/>
            </a:endParaRPr>
          </a:p>
          <a:p>
            <a:pPr marL="359410" indent="-359410"/>
            <a:endParaRPr lang="en-US" dirty="0">
              <a:solidFill>
                <a:srgbClr val="000000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079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F1E75-BEA4-0D3A-8091-FE2A7B304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Мастиленоустроен</a:t>
            </a:r>
            <a:r>
              <a:rPr lang="en-US" dirty="0"/>
              <a:t> </a:t>
            </a:r>
            <a:r>
              <a:rPr lang="en-US" dirty="0" err="1"/>
              <a:t>принтер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EAFFA-C3C2-B136-116C-DDD93E293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5"/>
            <a:ext cx="10213200" cy="421381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59410" indent="-359410"/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него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буквално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изстрелва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към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листа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хартия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извършва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самата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глава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където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стои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резервоара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с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  <a:endParaRPr lang="en-US" sz="170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  <a:p>
            <a:pPr marL="359410" indent="-359410"/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Вариантите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изстрелване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основната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цел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която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трябва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постигне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налягане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в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дюзата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така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бъде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изтласкано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навън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първия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използва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пиезокристал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когато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му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бъде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подадено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напрежение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той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осцилира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с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изтласква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извън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дюзата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към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хартията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отпечатвайки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този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начин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точка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отпечатването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цветно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изображение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необходимо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наличието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печатащи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дюзи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една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всеки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основен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цвят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Едно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предимствата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този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метод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възможността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използване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широк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кръг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поради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факта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в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този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случай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няма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нагряване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  <a:endParaRPr lang="en-US" sz="170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  <a:p>
            <a:pPr marL="359410" indent="-359410"/>
            <a:endParaRPr lang="en-US" sz="1700" baseline="30000" dirty="0">
              <a:solidFill>
                <a:srgbClr val="000000">
                  <a:alpha val="60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18395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43E74-6B5F-A5B0-382A-B7C9FF931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Мастиленоустроен</a:t>
            </a:r>
            <a:r>
              <a:rPr lang="en-US" dirty="0"/>
              <a:t> </a:t>
            </a:r>
            <a:r>
              <a:rPr lang="en-US" dirty="0" err="1"/>
              <a:t>принтер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EF2F0-9CB5-42AD-19B0-B629D1DED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5"/>
            <a:ext cx="10213200" cy="486970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359410" indent="-359410"/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Вторият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метод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характеризира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с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названието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термо-мастилена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технология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.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разлика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първия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,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да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изстреля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мастилото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,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тук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нагрява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рязко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,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предизвиквайки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въздушен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мехур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в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точката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нагряване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,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който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изтласква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рязко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микрокапка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мастило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с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висока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скорост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извън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дюзата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към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листа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хартия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.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След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прекратяване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нагряването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,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въздушният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мехур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спада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,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позволявайки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постъпването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нова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доза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мастило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в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тръбичката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дюзата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,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след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което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процесът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повтаря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.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Един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недостатъците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този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метод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е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фактът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,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че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мастилото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трябва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да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е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топлоустойчиво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и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да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променя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качествата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си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след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нагряване.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Предимства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ниската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цена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малките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обем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тегло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мастиленоструйните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  <a:endParaRPr lang="en-US" sz="170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  <a:p>
            <a:pPr marL="359410" indent="-359410"/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Мастиленоструйните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имат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няколко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съществени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недостатъка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Първият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запушването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печатащата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дюза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когато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принтерът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използва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през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по-дълъг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период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време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в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дюзата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засъхва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втвърдява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след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почистването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му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обикновено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трудно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</a:endParaRPr>
          </a:p>
          <a:p>
            <a:pPr marL="359410" indent="-359410"/>
            <a:endParaRPr lang="en-US" sz="1700" dirty="0">
              <a:solidFill>
                <a:srgbClr val="000000">
                  <a:alpha val="60000"/>
                </a:srgbClr>
              </a:solidFill>
              <a:latin typeface="Calibri"/>
              <a:ea typeface="+mn-lt"/>
              <a:cs typeface="Calibri"/>
            </a:endParaRPr>
          </a:p>
          <a:p>
            <a:pPr marL="359410" indent="-359410"/>
            <a:endParaRPr lang="en-US" dirty="0">
              <a:ea typeface="+mn-lt"/>
              <a:cs typeface="+mn-lt"/>
            </a:endParaRPr>
          </a:p>
          <a:p>
            <a:pPr marL="359410" indent="-359410"/>
            <a:endParaRPr lang="en-US" dirty="0">
              <a:solidFill>
                <a:srgbClr val="000000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198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49736-139B-628D-9439-AA0A02A25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Мастиленоустроен</a:t>
            </a:r>
            <a:r>
              <a:rPr lang="en-US" dirty="0">
                <a:ea typeface="+mj-lt"/>
                <a:cs typeface="+mj-lt"/>
              </a:rPr>
              <a:t> </a:t>
            </a:r>
            <a:r>
              <a:rPr lang="en-US" dirty="0" err="1">
                <a:ea typeface="+mj-lt"/>
                <a:cs typeface="+mj-lt"/>
              </a:rPr>
              <a:t>принтер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17326-D6A0-9BF9-403A-66511C078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359410" indent="-359410"/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Вторият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основен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недостатък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когато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изчерпа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в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някоя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мастилница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налага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поставянето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нова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а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цените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новите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заредени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с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консумативи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обикновено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доста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високи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алтернатива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може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празната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мастилница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зареди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наново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с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възможно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всички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марки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модели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мастиленоструйни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защото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консумативите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някои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модели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включват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чип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който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наблюдава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нивото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позволява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мастилницата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бъде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използвана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повторно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след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свършване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в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В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такъв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случай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след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повторното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презареждане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с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чипът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трябва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рестартира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или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дори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препрограмира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преди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консумативът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може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използва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отново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цветния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печат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има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още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един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сериозен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недостатък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–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цветовете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постигат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смесването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трите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основни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цвята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–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жълто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червено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синьо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ако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трите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цвята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в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една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обща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касета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някой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цветовете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свърши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преди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другите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два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налага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замяна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цялата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мастилница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3360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7C4D9-E338-2225-27C8-146A4587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Термопринтери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856C9-F3CD-88C7-EBFD-B1A8F68B3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59410" indent="-359410"/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Термопринтерите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биват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основни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вида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–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термодиректни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термотрансферни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Съществуват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края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70-те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години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ХХ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век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притежават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висока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резолюция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печатат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едноцветно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идеални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етикети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касови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бележки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тъй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използват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квадратни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елементи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които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съставени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баркодовете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ги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прави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много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по-лесни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разчитане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баркод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скенерите.При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термопринтерите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няма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в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самия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вместо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хартията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него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обработена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със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специален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термочувствителен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химикал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който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нагряване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потъмнява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Освен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етикиращи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машини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касови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апарати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термопринтери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вграждат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във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факс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апаратите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</a:p>
          <a:p>
            <a:pPr marL="359410" indent="-359410"/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Плюсове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: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цена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консумативи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висока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скорост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и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издръжливост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.</a:t>
            </a:r>
            <a:endParaRPr lang="en-US" sz="170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  <a:p>
            <a:pPr marL="359410" indent="-359410"/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Минуси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: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нетрайност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печата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неподържа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цветен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печат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0027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71AB0-F790-EE86-3B2B-1C7AB197E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105922"/>
            <a:ext cx="10213200" cy="1112836"/>
          </a:xfrm>
        </p:spPr>
        <p:txBody>
          <a:bodyPr/>
          <a:lstStyle/>
          <a:p>
            <a:r>
              <a:rPr lang="en-US" dirty="0" err="1"/>
              <a:t>Сублимационен</a:t>
            </a:r>
            <a:r>
              <a:rPr lang="en-US" dirty="0"/>
              <a:t> </a:t>
            </a:r>
            <a:r>
              <a:rPr lang="en-US" dirty="0" err="1"/>
              <a:t>принтер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1156A-5F4A-A83A-0F79-185C57DE9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165064"/>
            <a:ext cx="10213200" cy="486006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59410" indent="-359410"/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спадат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към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класа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още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развиващите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които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толкова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популярни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използват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определен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кръг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хора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така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наречените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алтернативни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технологии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принтиране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Използват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предимно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отпечтване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снимки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цифрови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фотоапарати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Сублимация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процесът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преход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твърдо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вещество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към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парообразно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състояние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без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преминаване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през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междинна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течна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форма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този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тип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оцветителят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в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твърдо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агрегатно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състояние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и 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нанесен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върху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носител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целофан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разлика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другите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устройства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тук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имаме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а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четири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носителя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–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освен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трите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основни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цвята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четвъртия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носител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разположен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прозрачен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лак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с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който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запечатват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готовите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снимки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  <a:endParaRPr lang="en-US" sz="170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  <a:p>
            <a:pPr marL="359410" indent="-359410"/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Принципът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действие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сублимационните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принтери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следният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Търсеното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изображение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е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обработено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специфичен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микропроцесор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който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командва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нагряващата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глава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Отпечатването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става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чрез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разполагане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основата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носителя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мастилото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след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което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благодарение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рязко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нагряване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специфични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нагреватели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сублимира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формирайки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пиксел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изображението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отпечатване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изображението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извършват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четири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цикъла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–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един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всеки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цвят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или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сумарно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три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, и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последен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за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ламиниране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на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готовия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продукт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+mn-lt"/>
                <a:cs typeface="+mn-lt"/>
              </a:rPr>
              <a:t>.</a:t>
            </a:r>
            <a:endParaRPr lang="en-US" sz="170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  <a:p>
            <a:pPr marL="359410" indent="-359410"/>
            <a:endParaRPr lang="en-US" dirty="0">
              <a:solidFill>
                <a:srgbClr val="000000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872828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FrostyVTI</vt:lpstr>
      <vt:lpstr>Принтери</vt:lpstr>
      <vt:lpstr>1. Значение</vt:lpstr>
      <vt:lpstr>2.Видове Принтери</vt:lpstr>
      <vt:lpstr>Каретков принтер</vt:lpstr>
      <vt:lpstr>Линеен принтер</vt:lpstr>
      <vt:lpstr>Матричен принетр</vt:lpstr>
      <vt:lpstr>Лазерен принтер</vt:lpstr>
      <vt:lpstr>Лазерен принтер</vt:lpstr>
      <vt:lpstr>Мастиленоустроен принтер</vt:lpstr>
      <vt:lpstr>Мастиленоустроен принтер</vt:lpstr>
      <vt:lpstr>Мастиленоустроен принтер</vt:lpstr>
      <vt:lpstr>Термопринтери</vt:lpstr>
      <vt:lpstr>Сублимационен принтер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160</cp:revision>
  <dcterms:created xsi:type="dcterms:W3CDTF">2022-12-19T12:38:15Z</dcterms:created>
  <dcterms:modified xsi:type="dcterms:W3CDTF">2022-12-19T13:05:25Z</dcterms:modified>
</cp:coreProperties>
</file>