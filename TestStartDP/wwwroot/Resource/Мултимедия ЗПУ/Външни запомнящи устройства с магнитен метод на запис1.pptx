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7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2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9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7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8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4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4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2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7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33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93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16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22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52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12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4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4E0FAF2-11FB-45A3-921C-02C433499A6D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4858CC0-5C8B-4531-8211-628C3ABBC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480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ardwareworld.free.bg/harddisk.htm" TargetMode="External"/><Relationship Id="rId2" Type="http://schemas.openxmlformats.org/officeDocument/2006/relationships/hyperlink" Target="https://bg.wikipedia.org/wiki/%D0%A2%D0%B2%D1%8A%D1%80%D0%B4_%D0%B4%D0%B8%D1%81%D0%B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g.wikipedia.org/wiki/%D0%A4%D0%BB%D0%BE%D0%BF%D0%B8-%D0%B4%D0%B8%D1%81%D0%BA%D0%BE%D0%B2%D0%BE_%D1%83%D1%81%D1%82%D1%80%D0%BE%D0%B9%D1%81%D1%82%D0%B2%D0%BE" TargetMode="External"/><Relationship Id="rId4" Type="http://schemas.openxmlformats.org/officeDocument/2006/relationships/hyperlink" Target="https://bg.wikipedia.org/wiki/%D0%9F%D0%B5%D1%80%D1%84%D0%BE%D0%BA%D0%B0%D1%80%D1%82%D0%B0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</p:spPr>
        <p:txBody>
          <a:bodyPr>
            <a:noAutofit/>
          </a:bodyPr>
          <a:lstStyle/>
          <a:p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Външни запомнящи устройства с магнитен метод на запис/четене на информация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8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26"/>
    </mc:Choice>
    <mc:Fallback xmlns="">
      <p:transition spd="slow" advTm="58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</a:t>
            </a:r>
            <a:r>
              <a:rPr lang="bg-BG" sz="3600" dirty="0"/>
              <a:t>е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Запомнящи устройства</a:t>
            </a: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Външни запомнящи устройства</a:t>
            </a:r>
          </a:p>
          <a:p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Перфо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карти</a:t>
            </a:r>
          </a:p>
          <a:p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Перфо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ленти</a:t>
            </a: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Флопи-дисково устройство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Въпроси и задачи</a:t>
            </a: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Източници</a:t>
            </a:r>
          </a:p>
          <a:p>
            <a:endParaRPr lang="bg-B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7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6"/>
    </mc:Choice>
    <mc:Fallback xmlns="">
      <p:transition spd="slow" advTm="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Запомнящи устройства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629400" cy="4525963"/>
          </a:xfrm>
        </p:spPr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Запаметяващо устройство (ЗУ) е устройство, предназначено за запис и съхранение на данни върху носител на информация. В основата му на работа може да бъде всеки физически феномен, който осигурява привеждане на системата към две или повече устойчиви състояния. Чрез запаметяващи устройства се реализират някои видове компютърна памет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1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38"/>
    </mc:Choice>
    <mc:Fallback xmlns="">
      <p:transition spd="slow" advTm="973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</a:rPr>
              <a:t>Външни запомнящи устройства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525963"/>
          </a:xfrm>
        </p:spPr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Външни запомнящи устройства са всички устройства, които предоставят някакъв вид енергонезависима памет за една компютърна система, без тази, която е интегрирана в базовата конфигурация. Към външните запомнящи устройства се причисляват: твърдите дискове (HD); интегралните дискове (SSD); оптични дискове (CD, DVD, Bluray и холограмни дискове); външна флаш памет и др.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0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91"/>
    </mc:Choice>
    <mc:Fallback xmlns="">
      <p:transition spd="slow" advTm="61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</a:rPr>
              <a:t>Перфо карти</a:t>
            </a:r>
            <a:endParaRPr 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267200" cy="4114799"/>
          </a:xfrm>
        </p:spPr>
        <p:txBody>
          <a:bodyPr>
            <a:no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Перфокартата (или „карта на Холерит“) е носител на информация при машинна обработка на данни. Направена от твърд картон, перфокартата съхранява информация, кодирана чрез наличието или отсъствието на отвори на предварително определени места (позиции).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819400"/>
            <a:ext cx="3810000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792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89"/>
    </mc:Choice>
    <mc:Fallback xmlns="">
      <p:transition spd="slow" advTm="568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1600200"/>
            <a:ext cx="4114800" cy="45259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Перфокартите са основни средства за подаване на данни и инструкции в офис машини в течение на първата половина на 20 век и по-късно при първото поколение компютри. Те са важна част от периферията, особено за вход-изход на данни, и през 1960-те са емблематични за компютърната индустрия. Използват се до към 1970-те г., но след това излизат от употреба, с изключение на отделни все още работещи стари системи за специализирани приложения.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743200"/>
            <a:ext cx="3952875" cy="2213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054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19"/>
    </mc:Choice>
    <mc:Fallback xmlns="">
      <p:transition spd="slow" advTm="511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 ленти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>
            <a:normAutofit fontScale="92500"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Перфорираната лента или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перфорираната хартиена лента е форма на съхранение на данни, която се състои от дълга хартиена лента, в която са пробити дупки. Тя се развива и впоследствие се използва заедно с перфокартите, като се различава по това, че лентата е непрекъсната.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741" y="2133600"/>
            <a:ext cx="3774259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425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20"/>
    </mc:Choice>
    <mc:Fallback xmlns="">
      <p:transition spd="slow" advTm="702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Перфокартите и веригите от перфокарти се използват за контрол на тъкачните машини през XVIII век. Използването им за телеграфни системи започва през 1842 г. Перфорираната лента е използвана през XIX и през по-голямата част от XX век за програмируеми тъкачни машини, телепринтерни комуникации, за въвеждане в компютри през 50-те и 60-те години на XX век, а по-късно и като носител на информация за миникомпютри и металорежещи машини с ЦПУ.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9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86"/>
    </mc:Choice>
    <mc:Fallback xmlns="">
      <p:transition spd="slow" advTm="778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>
            <a:normAutofit fontScale="92500"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време на Втората световна война в системите за разбиване на кодове се използват високоскоростни системи за перфориране на ленти, използващи оптични методи за четене. Перфорираната лента е използвана за предаване на данни при производството на чипове памет само за четене.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362200"/>
            <a:ext cx="38100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638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85"/>
    </mc:Choice>
    <mc:Fallback xmlns="">
      <p:transition spd="slow" advTm="58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1C59990-3EF4-0F5E-CEBD-BB159EC3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bg-BG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Флопи-дисково устройство</a:t>
            </a:r>
            <a:r>
              <a:rPr lang="bg-BG" sz="1400" b="0" i="0" dirty="0">
                <a:solidFill>
                  <a:srgbClr val="000000"/>
                </a:solidFill>
                <a:effectLst/>
                <a:latin typeface="Linux Libertine"/>
              </a:rPr>
              <a:t/>
            </a:r>
            <a:br>
              <a:rPr lang="bg-BG" sz="1400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023AD921-1ACD-ECA2-A7E6-2B986AE77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Запаметяващо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 на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гъвкав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магнитен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диск (ЗУГМД) е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запаметяващо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 произволен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достъп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запис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четене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информация от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дискети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Нарича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още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 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флопидисково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устройство,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понякога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също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съкратено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флопи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-драйв, 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флопи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или драйв.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компютрите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Носителят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информацията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е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гъвкав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диск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дискета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Най-широко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разпространение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моделите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дискове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3,5",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изместили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5,25"/8".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53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00"/>
    </mc:Choice>
    <mc:Fallback xmlns="">
      <p:transition spd="slow" advTm="62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DBC23E9-6E39-6A0C-849F-86CAC44B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 на флопи-дисковото устройство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6ACF6413-9CF6-960E-7846-9E47089C6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Устройството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състои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записващо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четяща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глава,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управляваща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логика,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шпинделен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двигател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позиционер (най-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стъпков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двигател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Магнитната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записващо-четяща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глава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условията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пълен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контакт между глава и 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диск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Запаметяващите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едностранен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двустранен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запис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магнитните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едностранни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двустранни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Притискането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магнитните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флопи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диска се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осъществява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посредством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притискащо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кече при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едностранния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запис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 при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двустранния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чрез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притискане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пружина.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7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73"/>
    </mc:Choice>
    <mc:Fallback xmlns="">
      <p:transition spd="slow" advTm="497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547874B-9470-3AB5-0C4A-D0BF3560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Флопи-дискове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5A86DDA9-B66B-3981-BE7D-F92C82855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420" y="2198092"/>
            <a:ext cx="4597159" cy="246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3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5"/>
    </mc:Choice>
    <mc:Fallback xmlns="">
      <p:transition spd="slow" advTm="166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3505200" cy="4525963"/>
          </a:xfrm>
        </p:spPr>
        <p:txBody>
          <a:bodyPr>
            <a:normAutofit fontScale="85000" lnSpcReduction="10000"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Твърдият диск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наричан още хард диск или жаргонно само хард, е запаметяващо устройство от енергонезависим тип. Информацията се съхранява чрез магнитен запис върху покрити със специален слой плочи.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52600"/>
            <a:ext cx="4114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898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1"/>
    </mc:Choice>
    <mc:Fallback xmlns="">
      <p:transition spd="slow" advTm="585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Запаметяващото устройство използва набор от една или повече дискови плочи (диска) около обща ос в т.нар. дисков пакет. Всяка плоча е покрита с магнитен слой, върху който информацията се записва и чете от магнитна глава. Данните се записват върху концентрични окръжности, които се наричат „пътечки“ (писти). Пистите се номерират за всяка плоча поотделно, като се започва от нулева (най-външната работна) до последната (с най-голям номер). Обикновено след нея има и няколко резервни (запасни).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65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6"/>
    </mc:Choice>
    <mc:Fallback xmlns="">
      <p:transition spd="slow" advTm="613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Целият дисков пакет се върти с постоянна ъглова скорост около оста си, задвижван от електродвигател. При старите и големи устройства той е дори мощен трифазен електродвигател, свързан чрез ремъчна предавка с шпиндел, на който е фиксиран дисковия пакет. В съвременните устройства двигателят за пакета е най-често миниатюрен и плосък, куплиран директно към шпиндела, и управляван от специализиран контролер, стабилизиращ скоростта му на въртене. За двете работни повърхности на всяка плоча има отделна глава за запис и четене.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67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6"/>
    </mc:Choice>
    <mc:Fallback xmlns="">
      <p:transition spd="slow" advTm="910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Магнитен запис</a:t>
            </a:r>
            <a:r>
              <a:rPr lang="bg-BG" dirty="0"/>
              <a:t/>
            </a:r>
            <a:br>
              <a:rPr lang="bg-B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твърдия диск данните се записват като се намагнетизира тънък слой от феромагнитен материал намиращ се върху твърдия диск. При последователната промяна в посоката на намагнитването се получават отделните кодирани двоични кодове. Данните се прочитат като на местата на промяна на магнитното поле се отчита промяна в електрическият сигнал на магнитната глава.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1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82"/>
    </mc:Choice>
    <mc:Fallback xmlns="">
      <p:transition spd="slow" advTm="1118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записа на информацията около процепа на магнитната глава се получава магнитно поле , наречено понякога "магнитен пламък", което променя по определен начин магнитните домени. При четене на записа на местата на промяна на намагнитването, в магнитната глава се възбужда електрически сигнал. При преминаването от надлъжен към перпендикулярен магнитен запис се увеличава плътността на запис и четене и от там общата плътност на запис на твърдите дискове.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3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53"/>
    </mc:Choice>
    <mc:Fallback xmlns="">
      <p:transition spd="slow" advTm="955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Капацитет-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Капацитетът на твърдия диск е количеството данни, които могат да се запишат на него. Модерните твърди дискове достигат капацитет 4 000 GB (и повече) за размер 3,5".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Размери-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Тъй като първите персонални компютри имат вградени флопидискови устройства, твърдите дискове за този пазар започват да се конструират със същите размери – първоначално стандартните за флопидисковите устройства ширини 8", 5,25" и 3,5". По-късно се появяват и твърди дискове с по-малки размери. Към 2009 година най-малките размери (1,3", 1" и 0,85") са спрени от производство, поради поевтиняването на флаш-паметта.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39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67"/>
    </mc:Choice>
    <mc:Fallback xmlns="">
      <p:transition spd="slow" advTm="996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48600" cy="45259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Интерфейс-Модерните твърди дискове ползват интерфейси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 (AT Attachment,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 – Integrated Drive Electronic,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ATA), (EIDE), Serial ATA, SCSI (Small Computer System Interface), SAS, FireWire, USB, SDIO 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Channel.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 за произволен (случаен) достъп – от 3 до 15милисекунди.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Ниво на шум – шумът при работа на диска, измерен в децибели. За да се счита за тих, дискът трябва да има ниво на шума около 26 dB и по-малко.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94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84"/>
    </mc:Choice>
    <mc:Fallback xmlns="">
      <p:transition spd="slow" advTm="818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9D1C15A-19FB-A862-070D-2CCA180F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Причини за повреди и мерки за </a:t>
            </a:r>
            <a:r>
              <a:rPr lang="ru-RU" sz="4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сигурност</a:t>
            </a:r>
            <a:r>
              <a:rPr lang="ru-RU" b="0" i="0" dirty="0">
                <a:solidFill>
                  <a:schemeClr val="tx1"/>
                </a:solidFill>
                <a:effectLst/>
                <a:latin typeface="Linux Libertine"/>
              </a:rPr>
              <a:t/>
            </a:r>
            <a:br>
              <a:rPr lang="ru-RU" b="0" i="0" dirty="0">
                <a:solidFill>
                  <a:schemeClr val="tx1"/>
                </a:solidFill>
                <a:effectLst/>
                <a:latin typeface="Linux Libertine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ED79506F-0058-C6FB-F00A-C4A24D849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новите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високооборотни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твърди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дискове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термични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свързани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нагряването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въздуха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между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единичните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дискове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Задиране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магнитната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глава и диска. При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нормална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главата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лети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диска на определена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височина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При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условия – вибрации,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удари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замърсяване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други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да се получи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задиране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Външните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магнитни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полета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изтрият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разрушат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служебната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сервоинформация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направят диска негоден.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Грешка в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електрониката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износване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механиката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Дълъг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престой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неработещо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положение,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когато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главата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лежи неподвижно на диска,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доведе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залепването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ѝ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него и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невъзможност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изобщо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диска да се </a:t>
            </a:r>
            <a:r>
              <a:rPr lang="ru-RU" sz="34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завърти</a:t>
            </a:r>
            <a:r>
              <a:rPr lang="ru-RU" sz="3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4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43"/>
    </mc:Choice>
    <mc:Fallback xmlns="">
      <p:transition spd="slow" advTm="694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19352B8-1170-2FF1-1A4F-A303A7B9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DB9F921-B84D-6D0D-BDF4-6409FB62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Стресови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вибрации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удари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доведат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бързо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повреждане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температура на работа, над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температура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посочена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производителя.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Твърдите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дискове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принцип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работят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всяко положение, 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трябва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все пак 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предвид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указанието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производителя.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Дисковете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добре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закрепени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намали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вибрации.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време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монтаж 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спазват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правила за ESD.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редовно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копиране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важните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твърдия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диск.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03"/>
    </mc:Choice>
    <mc:Fallback xmlns="">
      <p:transition spd="slow" advTm="620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3C604135-073B-5EE9-EE96-1B0B8995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Въпроси и задачи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8F10126F-15D8-6A53-1E86-AA24F70B1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предназначението на външните запомнящи устройства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Къде влизат в употреба </a:t>
            </a:r>
            <a:r>
              <a:rPr lang="bg-BG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перфо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картите?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устройството на флопи-дисковото устройство?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Кои са основните характеристики на твърдите дискове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(HDD)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Избройте интерфейсите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Избройте 3 причини за повреда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HDD.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6"/>
    </mc:Choice>
    <mc:Fallback xmlns="">
      <p:transition spd="slow" advTm="394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D3C5AC3-814B-1792-1A41-F4E9D591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Източници</a:t>
            </a:r>
            <a:endParaRPr lang="en-US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EA388E17-DCDD-AFB0-1626-A45830A7C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https://bg.wikipedia.org/wiki/%D0%A2%D0%B2%D1%8A%D1%80%D0%B4_%D0%B4%D0%B8%D1%81%D0%BA#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http://www.hardwareworld.free.bg/harddisk.htm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https://bg.wikipedia.org/wiki/%D0%9F%D0%B5%D1%80%D1%84%D0%BE%D0%BA%D0%B0%D1%80%D1%82%D0%B0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https://bg.wikipedia.org/wiki/%D0%A4%D0%BB%D0%BE%D0%BF%D0%B8-%D0%B4%D0%B8%D1%81%D0%BA%D0%BE%D0%B2%D0%BE_%D1%83%D1%81%D1%82%D1%80%D0%BE%D0%B9%D1%81%D1%82%D0%B2%D0%BE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2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9"/>
    </mc:Choice>
    <mc:Fallback xmlns="">
      <p:transition spd="slow" advTm="226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3D2A7427-E576-8DCD-259D-D91B87F524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за вниманието!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B0C1BA8F-9FE0-464C-124F-56259A178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-Борислав Делчев 12д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5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4"/>
    </mc:Choice>
    <mc:Fallback xmlns="">
      <p:transition spd="slow" advTm="4554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режа">
  <a:themeElements>
    <a:clrScheme name="Мреж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Мреж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Мреж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TM03457485[[fn=Мрежа]]</Template>
  <TotalTime>107</TotalTime>
  <Words>1047</Words>
  <Application>Microsoft Office PowerPoint</Application>
  <PresentationFormat>On-screen Show (4:3)</PresentationFormat>
  <Paragraphs>65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Мрежа</vt:lpstr>
      <vt:lpstr>Външни запомнящи устройства с магнитен метод на запис/четене на информация</vt:lpstr>
      <vt:lpstr>Съдържание</vt:lpstr>
      <vt:lpstr>Запомнящи устройства</vt:lpstr>
      <vt:lpstr>Външни запомнящи устройства</vt:lpstr>
      <vt:lpstr>Перфо карти</vt:lpstr>
      <vt:lpstr>PowerPoint Presentation</vt:lpstr>
      <vt:lpstr>Перфо ленти</vt:lpstr>
      <vt:lpstr>PowerPoint Presentation</vt:lpstr>
      <vt:lpstr>PowerPoint Presentation</vt:lpstr>
      <vt:lpstr>Флопи-дисково устройство </vt:lpstr>
      <vt:lpstr>Устройство на флопи-дисковото устройство</vt:lpstr>
      <vt:lpstr>Флопи-дискове</vt:lpstr>
      <vt:lpstr>HDD</vt:lpstr>
      <vt:lpstr>PowerPoint Presentation</vt:lpstr>
      <vt:lpstr>PowerPoint Presentation</vt:lpstr>
      <vt:lpstr> Магнитен запис </vt:lpstr>
      <vt:lpstr>PowerPoint Presentation</vt:lpstr>
      <vt:lpstr>Характеристики</vt:lpstr>
      <vt:lpstr>PowerPoint Presentation</vt:lpstr>
      <vt:lpstr>Причини за повреди и мерки за сигурност </vt:lpstr>
      <vt:lpstr>PowerPoint Presentation</vt:lpstr>
      <vt:lpstr>Въпроси и задачи</vt:lpstr>
      <vt:lpstr>Източници</vt:lpstr>
      <vt:lpstr>Благодаря за вниманието!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Външни запомнящи устройства с магнитен метод на запис/четене на информация</dc:title>
  <dc:creator>PC 6</dc:creator>
  <cp:lastModifiedBy>PC-0</cp:lastModifiedBy>
  <cp:revision>8</cp:revision>
  <dcterms:created xsi:type="dcterms:W3CDTF">2022-12-19T07:42:58Z</dcterms:created>
  <dcterms:modified xsi:type="dcterms:W3CDTF">2022-12-20T06:36:21Z</dcterms:modified>
</cp:coreProperties>
</file>