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  <p:sldMasterId id="2147483694" r:id="rId3"/>
    <p:sldMasterId id="2147483719" r:id="rId4"/>
  </p:sldMasterIdLst>
  <p:sldIdLst>
    <p:sldId id="256" r:id="rId5"/>
    <p:sldId id="257" r:id="rId6"/>
    <p:sldId id="258" r:id="rId7"/>
    <p:sldId id="274" r:id="rId8"/>
    <p:sldId id="275" r:id="rId9"/>
    <p:sldId id="266" r:id="rId10"/>
    <p:sldId id="267" r:id="rId11"/>
    <p:sldId id="259" r:id="rId12"/>
    <p:sldId id="276" r:id="rId13"/>
    <p:sldId id="268" r:id="rId14"/>
    <p:sldId id="269" r:id="rId15"/>
    <p:sldId id="260" r:id="rId16"/>
    <p:sldId id="261" r:id="rId17"/>
    <p:sldId id="262" r:id="rId18"/>
    <p:sldId id="263" r:id="rId19"/>
    <p:sldId id="264" r:id="rId20"/>
    <p:sldId id="270" r:id="rId21"/>
    <p:sldId id="271" r:id="rId22"/>
    <p:sldId id="272" r:id="rId23"/>
    <p:sldId id="273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-126" y="-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freepik.es/foto-gratis/macho-angulo-casco-realidad-virtual_7133530.htm" TargetMode="Externa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834067" y="4123300"/>
            <a:ext cx="85240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" y="-533007"/>
            <a:ext cx="12192000" cy="5825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609600" y="3910200"/>
            <a:ext cx="10972800" cy="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4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4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4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4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4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4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4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4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9700" y="4256700"/>
            <a:ext cx="10972800" cy="5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3539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5729567" y="3140733"/>
            <a:ext cx="57320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5729567" y="1756213"/>
            <a:ext cx="5732000" cy="14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5729567" y="3867140"/>
            <a:ext cx="573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569" y="-668908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4" y="2951659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6394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74465" y="-1231854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668874" y="5317467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 flipH="1">
            <a:off x="669600" y="593367"/>
            <a:ext cx="109128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673800" y="1939500"/>
            <a:ext cx="8844400" cy="4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843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115800" y="3723420"/>
            <a:ext cx="2780800" cy="15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6295533" y="3709009"/>
            <a:ext cx="2780800" cy="15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 flipH="1">
            <a:off x="6295467" y="617007"/>
            <a:ext cx="4897600" cy="17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ctrTitle" idx="3"/>
          </p:nvPr>
        </p:nvSpPr>
        <p:spPr>
          <a:xfrm>
            <a:off x="2972417" y="3506568"/>
            <a:ext cx="3067600" cy="3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ctrTitle" idx="4"/>
          </p:nvPr>
        </p:nvSpPr>
        <p:spPr>
          <a:xfrm>
            <a:off x="6096000" y="3506568"/>
            <a:ext cx="3179600" cy="3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 rot="5400000">
            <a:off x="2733984" y="2665579"/>
            <a:ext cx="3544267" cy="3179733"/>
          </a:xfrm>
          <a:prstGeom prst="flowChartPreparation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5"/>
          <p:cNvSpPr/>
          <p:nvPr/>
        </p:nvSpPr>
        <p:spPr>
          <a:xfrm rot="5400000">
            <a:off x="5913717" y="2665566"/>
            <a:ext cx="3544267" cy="3179733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1719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Google Shape;40;p6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022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24434" y="4090133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 flipH="1">
            <a:off x="474133" y="2982000"/>
            <a:ext cx="52748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6433600" y="2305200"/>
            <a:ext cx="3320400" cy="22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8" name="Google Shape;48;p7"/>
          <p:cNvCxnSpPr/>
          <p:nvPr/>
        </p:nvCxnSpPr>
        <p:spPr>
          <a:xfrm>
            <a:off x="6096000" y="1637600"/>
            <a:ext cx="0" cy="358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0919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1371600" y="1719549"/>
            <a:ext cx="3810000" cy="6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 flipH="1">
            <a:off x="1371600" y="601949"/>
            <a:ext cx="3810000" cy="11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3" name="Google Shape;5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02349" y="4082900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91415" y="-1547500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150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2802300" y="4950477"/>
            <a:ext cx="29000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2"/>
          </p:nvPr>
        </p:nvSpPr>
        <p:spPr>
          <a:xfrm>
            <a:off x="6385867" y="4954216"/>
            <a:ext cx="29000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3"/>
          </p:nvPr>
        </p:nvSpPr>
        <p:spPr>
          <a:xfrm>
            <a:off x="2802300" y="4529127"/>
            <a:ext cx="29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4"/>
          </p:nvPr>
        </p:nvSpPr>
        <p:spPr>
          <a:xfrm>
            <a:off x="6385867" y="4527189"/>
            <a:ext cx="2876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0" name="Google Shape;6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0480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434" y="-30480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" y="533030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24434" y="533030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ctrTitle"/>
          </p:nvPr>
        </p:nvSpPr>
        <p:spPr>
          <a:xfrm flipH="1">
            <a:off x="609600" y="593367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30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sp>
        <p:nvSpPr>
          <p:cNvPr id="67" name="Google Shape;67;p10"/>
          <p:cNvSpPr txBox="1">
            <a:spLocks noGrp="1"/>
          </p:cNvSpPr>
          <p:nvPr>
            <p:ph type="ctrTitle"/>
          </p:nvPr>
        </p:nvSpPr>
        <p:spPr>
          <a:xfrm flipH="1">
            <a:off x="1583333" y="593367"/>
            <a:ext cx="9046000" cy="22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68" name="Google Shape;6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02349" y="4082900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91415" y="-1547500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0379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719999" y="1866753"/>
            <a:ext cx="10752000" cy="23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716500" y="4313653"/>
            <a:ext cx="10755600" cy="5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260885" y="-462649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" y="4553055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39862" y="-926778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260885" y="5031805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510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45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ctrTitle"/>
          </p:nvPr>
        </p:nvSpPr>
        <p:spPr>
          <a:xfrm>
            <a:off x="2253943" y="2736541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2735743" y="3384876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ctrTitle" idx="2"/>
          </p:nvPr>
        </p:nvSpPr>
        <p:spPr>
          <a:xfrm>
            <a:off x="2253943" y="4799375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3"/>
          </p:nvPr>
        </p:nvSpPr>
        <p:spPr>
          <a:xfrm>
            <a:off x="2735743" y="5398133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ctrTitle" idx="4"/>
          </p:nvPr>
        </p:nvSpPr>
        <p:spPr>
          <a:xfrm>
            <a:off x="6432476" y="2736541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6914276" y="3384876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6"/>
          </p:nvPr>
        </p:nvSpPr>
        <p:spPr>
          <a:xfrm>
            <a:off x="6432476" y="4799375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7"/>
          </p:nvPr>
        </p:nvSpPr>
        <p:spPr>
          <a:xfrm>
            <a:off x="6914276" y="5398133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8"/>
          </p:nvPr>
        </p:nvSpPr>
        <p:spPr>
          <a:xfrm>
            <a:off x="1496371" y="535267"/>
            <a:ext cx="91992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9" hasCustomPrompt="1"/>
          </p:nvPr>
        </p:nvSpPr>
        <p:spPr>
          <a:xfrm>
            <a:off x="2837543" y="2074175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3" hasCustomPrompt="1"/>
          </p:nvPr>
        </p:nvSpPr>
        <p:spPr>
          <a:xfrm>
            <a:off x="2837543" y="4098696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4" hasCustomPrompt="1"/>
          </p:nvPr>
        </p:nvSpPr>
        <p:spPr>
          <a:xfrm>
            <a:off x="7016076" y="2074175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7016076" y="4098696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335754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subTitle" idx="1"/>
          </p:nvPr>
        </p:nvSpPr>
        <p:spPr>
          <a:xfrm>
            <a:off x="1864933" y="3880400"/>
            <a:ext cx="4648000" cy="23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ctrTitle"/>
          </p:nvPr>
        </p:nvSpPr>
        <p:spPr>
          <a:xfrm flipH="1">
            <a:off x="1829933" y="2514800"/>
            <a:ext cx="46480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12434" y="2300634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0341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ctrTitle"/>
          </p:nvPr>
        </p:nvSpPr>
        <p:spPr>
          <a:xfrm>
            <a:off x="609600" y="690557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ctrTitle" idx="2"/>
          </p:nvPr>
        </p:nvSpPr>
        <p:spPr>
          <a:xfrm>
            <a:off x="3666873" y="1989421"/>
            <a:ext cx="2093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1"/>
          </p:nvPr>
        </p:nvSpPr>
        <p:spPr>
          <a:xfrm>
            <a:off x="3666825" y="2923512"/>
            <a:ext cx="20936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ctrTitle" idx="3"/>
          </p:nvPr>
        </p:nvSpPr>
        <p:spPr>
          <a:xfrm>
            <a:off x="6400268" y="1996433"/>
            <a:ext cx="2093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4"/>
          </p:nvPr>
        </p:nvSpPr>
        <p:spPr>
          <a:xfrm>
            <a:off x="6400220" y="2923512"/>
            <a:ext cx="20936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ctrTitle" idx="5"/>
          </p:nvPr>
        </p:nvSpPr>
        <p:spPr>
          <a:xfrm>
            <a:off x="5059931" y="4292067"/>
            <a:ext cx="2093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6"/>
          </p:nvPr>
        </p:nvSpPr>
        <p:spPr>
          <a:xfrm>
            <a:off x="5004033" y="5214635"/>
            <a:ext cx="22052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 rot="5400000">
            <a:off x="3379336" y="1454584"/>
            <a:ext cx="2668547" cy="23940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15"/>
          <p:cNvSpPr/>
          <p:nvPr/>
        </p:nvSpPr>
        <p:spPr>
          <a:xfrm rot="5400000">
            <a:off x="4754823" y="3709327"/>
            <a:ext cx="2668547" cy="23940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15"/>
          <p:cNvSpPr/>
          <p:nvPr/>
        </p:nvSpPr>
        <p:spPr>
          <a:xfrm rot="5400000">
            <a:off x="6112732" y="1454584"/>
            <a:ext cx="2668547" cy="23940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350173" y="3545647"/>
            <a:ext cx="3904699" cy="35231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5549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ctrTitle"/>
          </p:nvPr>
        </p:nvSpPr>
        <p:spPr>
          <a:xfrm>
            <a:off x="1656800" y="2441300"/>
            <a:ext cx="88784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ubTitle" idx="1"/>
          </p:nvPr>
        </p:nvSpPr>
        <p:spPr>
          <a:xfrm>
            <a:off x="4142233" y="3509891"/>
            <a:ext cx="3907600" cy="17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4" name="Google Shape;114;p16"/>
          <p:cNvCxnSpPr/>
          <p:nvPr/>
        </p:nvCxnSpPr>
        <p:spPr>
          <a:xfrm>
            <a:off x="4908200" y="3429000"/>
            <a:ext cx="2397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5" name="Google Shape;11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4" y="-1282841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12434" y="3558167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553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ctrTitle"/>
          </p:nvPr>
        </p:nvSpPr>
        <p:spPr>
          <a:xfrm>
            <a:off x="1667567" y="2468567"/>
            <a:ext cx="88784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1"/>
          </p:nvPr>
        </p:nvSpPr>
        <p:spPr>
          <a:xfrm>
            <a:off x="4153000" y="3520635"/>
            <a:ext cx="39076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20" name="Google Shape;120;p17"/>
          <p:cNvCxnSpPr/>
          <p:nvPr/>
        </p:nvCxnSpPr>
        <p:spPr>
          <a:xfrm>
            <a:off x="4908200" y="3429000"/>
            <a:ext cx="2397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1" name="Google Shape;12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34" y="2846592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121714" y="-266841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0162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609600" y="604891"/>
            <a:ext cx="1097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>
            <a:spLocks noGrp="1"/>
          </p:cNvSpPr>
          <p:nvPr>
            <p:ph type="subTitle" idx="1"/>
          </p:nvPr>
        </p:nvSpPr>
        <p:spPr>
          <a:xfrm>
            <a:off x="2184400" y="4699644"/>
            <a:ext cx="18416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2"/>
          </p:nvPr>
        </p:nvSpPr>
        <p:spPr>
          <a:xfrm>
            <a:off x="4139600" y="4685644"/>
            <a:ext cx="186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ubTitle" idx="3"/>
          </p:nvPr>
        </p:nvSpPr>
        <p:spPr>
          <a:xfrm>
            <a:off x="6094800" y="4681877"/>
            <a:ext cx="18416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4"/>
          </p:nvPr>
        </p:nvSpPr>
        <p:spPr>
          <a:xfrm>
            <a:off x="8031200" y="4706493"/>
            <a:ext cx="186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5"/>
          </p:nvPr>
        </p:nvSpPr>
        <p:spPr>
          <a:xfrm>
            <a:off x="2184400" y="4261644"/>
            <a:ext cx="1862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6"/>
          </p:nvPr>
        </p:nvSpPr>
        <p:spPr>
          <a:xfrm>
            <a:off x="4139600" y="4261644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7"/>
          </p:nvPr>
        </p:nvSpPr>
        <p:spPr>
          <a:xfrm>
            <a:off x="6095999" y="4261644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8"/>
          </p:nvPr>
        </p:nvSpPr>
        <p:spPr>
          <a:xfrm>
            <a:off x="8049997" y="4261644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903778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ctrTitle"/>
          </p:nvPr>
        </p:nvSpPr>
        <p:spPr>
          <a:xfrm flipH="1">
            <a:off x="720000" y="598159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>
            <a:spLocks noGrp="1"/>
          </p:cNvSpPr>
          <p:nvPr>
            <p:ph type="subTitle" idx="1"/>
          </p:nvPr>
        </p:nvSpPr>
        <p:spPr>
          <a:xfrm>
            <a:off x="2034692" y="3427020"/>
            <a:ext cx="24172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2"/>
          </p:nvPr>
        </p:nvSpPr>
        <p:spPr>
          <a:xfrm>
            <a:off x="4847201" y="3427029"/>
            <a:ext cx="2497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3"/>
          </p:nvPr>
        </p:nvSpPr>
        <p:spPr>
          <a:xfrm>
            <a:off x="7730624" y="3412807"/>
            <a:ext cx="2467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4"/>
          </p:nvPr>
        </p:nvSpPr>
        <p:spPr>
          <a:xfrm>
            <a:off x="2034692" y="4222224"/>
            <a:ext cx="2417200" cy="6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5"/>
          </p:nvPr>
        </p:nvSpPr>
        <p:spPr>
          <a:xfrm>
            <a:off x="4861401" y="4222224"/>
            <a:ext cx="2469200" cy="6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6"/>
          </p:nvPr>
        </p:nvSpPr>
        <p:spPr>
          <a:xfrm>
            <a:off x="7730624" y="4226797"/>
            <a:ext cx="2467600" cy="6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 rot="5400000">
            <a:off x="1436085" y="2420745"/>
            <a:ext cx="3614100" cy="28528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19"/>
          <p:cNvSpPr/>
          <p:nvPr/>
        </p:nvSpPr>
        <p:spPr>
          <a:xfrm rot="5400000">
            <a:off x="4288951" y="2420745"/>
            <a:ext cx="3614100" cy="28528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19"/>
          <p:cNvSpPr/>
          <p:nvPr/>
        </p:nvSpPr>
        <p:spPr>
          <a:xfrm rot="5400000">
            <a:off x="7141818" y="2420745"/>
            <a:ext cx="3614100" cy="28528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528973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ctrTitle"/>
          </p:nvPr>
        </p:nvSpPr>
        <p:spPr>
          <a:xfrm flipH="1">
            <a:off x="609600" y="592516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16766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5">
  <p:cSld name="Title and three columns 5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1"/>
          </p:nvPr>
        </p:nvSpPr>
        <p:spPr>
          <a:xfrm>
            <a:off x="1605111" y="3625768"/>
            <a:ext cx="29868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ubTitle" idx="2"/>
          </p:nvPr>
        </p:nvSpPr>
        <p:spPr>
          <a:xfrm>
            <a:off x="6355319" y="4778243"/>
            <a:ext cx="3065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3"/>
          </p:nvPr>
        </p:nvSpPr>
        <p:spPr>
          <a:xfrm>
            <a:off x="6363332" y="2403693"/>
            <a:ext cx="3065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4"/>
          </p:nvPr>
        </p:nvSpPr>
        <p:spPr>
          <a:xfrm>
            <a:off x="1605111" y="2928451"/>
            <a:ext cx="2986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5"/>
          </p:nvPr>
        </p:nvSpPr>
        <p:spPr>
          <a:xfrm>
            <a:off x="6397389" y="4105533"/>
            <a:ext cx="3030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subTitle" idx="6"/>
          </p:nvPr>
        </p:nvSpPr>
        <p:spPr>
          <a:xfrm>
            <a:off x="6363332" y="1696111"/>
            <a:ext cx="3065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3337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7">
  <p:cSld name="Title and three columns 7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ctrTitle"/>
          </p:nvPr>
        </p:nvSpPr>
        <p:spPr>
          <a:xfrm flipH="1">
            <a:off x="609600" y="58273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>
            <a:spLocks noGrp="1"/>
          </p:cNvSpPr>
          <p:nvPr>
            <p:ph type="subTitle" idx="1"/>
          </p:nvPr>
        </p:nvSpPr>
        <p:spPr>
          <a:xfrm>
            <a:off x="2267467" y="3895191"/>
            <a:ext cx="1860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2"/>
          </p:nvPr>
        </p:nvSpPr>
        <p:spPr>
          <a:xfrm>
            <a:off x="2071333" y="3373016"/>
            <a:ext cx="2190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3"/>
          </p:nvPr>
        </p:nvSpPr>
        <p:spPr>
          <a:xfrm>
            <a:off x="2254667" y="2703007"/>
            <a:ext cx="18604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4"/>
          </p:nvPr>
        </p:nvSpPr>
        <p:spPr>
          <a:xfrm>
            <a:off x="7905333" y="3902067"/>
            <a:ext cx="21908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5"/>
          </p:nvPr>
        </p:nvSpPr>
        <p:spPr>
          <a:xfrm>
            <a:off x="7874333" y="3358600"/>
            <a:ext cx="2252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subTitle" idx="6"/>
          </p:nvPr>
        </p:nvSpPr>
        <p:spPr>
          <a:xfrm>
            <a:off x="8001733" y="2710251"/>
            <a:ext cx="1998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7"/>
          </p:nvPr>
        </p:nvSpPr>
        <p:spPr>
          <a:xfrm>
            <a:off x="5024667" y="4543924"/>
            <a:ext cx="2142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subTitle" idx="8"/>
          </p:nvPr>
        </p:nvSpPr>
        <p:spPr>
          <a:xfrm>
            <a:off x="4806387" y="4053224"/>
            <a:ext cx="2579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subTitle" idx="9"/>
          </p:nvPr>
        </p:nvSpPr>
        <p:spPr>
          <a:xfrm>
            <a:off x="4806387" y="3372640"/>
            <a:ext cx="2579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4770467" y="2296633"/>
            <a:ext cx="2650800" cy="38736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        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7675333" y="1570533"/>
            <a:ext cx="2650800" cy="38736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        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1865867" y="1570533"/>
            <a:ext cx="2650800" cy="38736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         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167" y="0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5262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4">
  <p:cSld name="Title only  4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45234" y="5534530"/>
            <a:ext cx="1885367" cy="1701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623953" y="5725070"/>
            <a:ext cx="1885367" cy="1701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8103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5">
  <p:cSld name="Title and four columns 5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ctrTitle" idx="2"/>
          </p:nvPr>
        </p:nvSpPr>
        <p:spPr>
          <a:xfrm>
            <a:off x="2253943" y="2533899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ubTitle" idx="1"/>
          </p:nvPr>
        </p:nvSpPr>
        <p:spPr>
          <a:xfrm>
            <a:off x="2735743" y="3159700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ctrTitle" idx="3"/>
          </p:nvPr>
        </p:nvSpPr>
        <p:spPr>
          <a:xfrm>
            <a:off x="2253943" y="4540004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subTitle" idx="4"/>
          </p:nvPr>
        </p:nvSpPr>
        <p:spPr>
          <a:xfrm>
            <a:off x="2735743" y="5162300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ctrTitle" idx="5"/>
          </p:nvPr>
        </p:nvSpPr>
        <p:spPr>
          <a:xfrm>
            <a:off x="6432476" y="2533899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subTitle" idx="6"/>
          </p:nvPr>
        </p:nvSpPr>
        <p:spPr>
          <a:xfrm>
            <a:off x="6914276" y="3159700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ctrTitle" idx="7"/>
          </p:nvPr>
        </p:nvSpPr>
        <p:spPr>
          <a:xfrm>
            <a:off x="6432476" y="4540004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subTitle" idx="8"/>
          </p:nvPr>
        </p:nvSpPr>
        <p:spPr>
          <a:xfrm>
            <a:off x="6914276" y="5162300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90" name="Google Shape;190;p24"/>
          <p:cNvCxnSpPr/>
          <p:nvPr/>
        </p:nvCxnSpPr>
        <p:spPr>
          <a:xfrm>
            <a:off x="3031200" y="2814217"/>
            <a:ext cx="6129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4"/>
          <p:cNvCxnSpPr/>
          <p:nvPr/>
        </p:nvCxnSpPr>
        <p:spPr>
          <a:xfrm>
            <a:off x="3031200" y="4836584"/>
            <a:ext cx="6129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9254733" y="-768064"/>
            <a:ext cx="3672368" cy="33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79400" y="-768517"/>
            <a:ext cx="3672368" cy="33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92100" y="4816458"/>
            <a:ext cx="3672368" cy="33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9242033" y="4828658"/>
            <a:ext cx="3672368" cy="3313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7817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1"/>
          </p:nvPr>
        </p:nvSpPr>
        <p:spPr>
          <a:xfrm>
            <a:off x="1509333" y="4577149"/>
            <a:ext cx="24988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99" name="Google Shape;19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" y="-775216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>
            <a:spLocks noGrp="1"/>
          </p:cNvSpPr>
          <p:nvPr>
            <p:ph type="title" idx="2" hasCustomPrompt="1"/>
          </p:nvPr>
        </p:nvSpPr>
        <p:spPr>
          <a:xfrm>
            <a:off x="4967800" y="2705684"/>
            <a:ext cx="20212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25"/>
          <p:cNvSpPr txBox="1">
            <a:spLocks noGrp="1"/>
          </p:cNvSpPr>
          <p:nvPr>
            <p:ph type="title" idx="3" hasCustomPrompt="1"/>
          </p:nvPr>
        </p:nvSpPr>
        <p:spPr>
          <a:xfrm>
            <a:off x="4029933" y="4802233"/>
            <a:ext cx="18764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25"/>
          <p:cNvSpPr txBox="1">
            <a:spLocks noGrp="1"/>
          </p:cNvSpPr>
          <p:nvPr>
            <p:ph type="title" idx="4" hasCustomPrompt="1"/>
          </p:nvPr>
        </p:nvSpPr>
        <p:spPr>
          <a:xfrm>
            <a:off x="6087791" y="4544916"/>
            <a:ext cx="9144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5"/>
          <p:cNvSpPr txBox="1">
            <a:spLocks noGrp="1"/>
          </p:cNvSpPr>
          <p:nvPr>
            <p:ph type="subTitle" idx="5"/>
          </p:nvPr>
        </p:nvSpPr>
        <p:spPr>
          <a:xfrm>
            <a:off x="7260092" y="2335683"/>
            <a:ext cx="24916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subTitle" idx="6"/>
          </p:nvPr>
        </p:nvSpPr>
        <p:spPr>
          <a:xfrm>
            <a:off x="7101633" y="4588260"/>
            <a:ext cx="24988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ubTitle" idx="7"/>
          </p:nvPr>
        </p:nvSpPr>
        <p:spPr>
          <a:xfrm>
            <a:off x="7252744" y="2648916"/>
            <a:ext cx="24916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subTitle" idx="8"/>
          </p:nvPr>
        </p:nvSpPr>
        <p:spPr>
          <a:xfrm>
            <a:off x="7105233" y="5078660"/>
            <a:ext cx="2491600" cy="7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subTitle" idx="9"/>
          </p:nvPr>
        </p:nvSpPr>
        <p:spPr>
          <a:xfrm>
            <a:off x="1509333" y="4789587"/>
            <a:ext cx="2498800" cy="10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31104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9">
  <p:cSld name="Title and three columns 9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subTitle" idx="1"/>
          </p:nvPr>
        </p:nvSpPr>
        <p:spPr>
          <a:xfrm>
            <a:off x="2344243" y="5407589"/>
            <a:ext cx="1623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subTitle" idx="2"/>
          </p:nvPr>
        </p:nvSpPr>
        <p:spPr>
          <a:xfrm>
            <a:off x="5252083" y="5427840"/>
            <a:ext cx="16832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ubTitle" idx="3"/>
          </p:nvPr>
        </p:nvSpPr>
        <p:spPr>
          <a:xfrm>
            <a:off x="8250000" y="5426249"/>
            <a:ext cx="16832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ubTitle" idx="4"/>
          </p:nvPr>
        </p:nvSpPr>
        <p:spPr>
          <a:xfrm>
            <a:off x="2325176" y="4972207"/>
            <a:ext cx="162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subTitle" idx="5"/>
          </p:nvPr>
        </p:nvSpPr>
        <p:spPr>
          <a:xfrm>
            <a:off x="5252083" y="4978400"/>
            <a:ext cx="1683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subTitle" idx="6"/>
          </p:nvPr>
        </p:nvSpPr>
        <p:spPr>
          <a:xfrm>
            <a:off x="8250133" y="4978176"/>
            <a:ext cx="1683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21235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7">
  <p:cSld name="Title and four columns 7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ctrTitle" idx="2"/>
          </p:nvPr>
        </p:nvSpPr>
        <p:spPr>
          <a:xfrm>
            <a:off x="3191733" y="5135409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1"/>
          </p:nvPr>
        </p:nvSpPr>
        <p:spPr>
          <a:xfrm>
            <a:off x="3191733" y="5483384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ctrTitle" idx="3"/>
          </p:nvPr>
        </p:nvSpPr>
        <p:spPr>
          <a:xfrm>
            <a:off x="5939267" y="5146367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4"/>
          </p:nvPr>
        </p:nvSpPr>
        <p:spPr>
          <a:xfrm>
            <a:off x="5939467" y="5482451"/>
            <a:ext cx="16416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ctrTitle" idx="5"/>
          </p:nvPr>
        </p:nvSpPr>
        <p:spPr>
          <a:xfrm>
            <a:off x="4591700" y="1817201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subTitle" idx="6"/>
          </p:nvPr>
        </p:nvSpPr>
        <p:spPr>
          <a:xfrm>
            <a:off x="4591501" y="2208599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ctrTitle" idx="7"/>
          </p:nvPr>
        </p:nvSpPr>
        <p:spPr>
          <a:xfrm>
            <a:off x="7331233" y="1815151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ubTitle" idx="8"/>
          </p:nvPr>
        </p:nvSpPr>
        <p:spPr>
          <a:xfrm>
            <a:off x="7331100" y="2206549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10928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ctrTitle"/>
          </p:nvPr>
        </p:nvSpPr>
        <p:spPr>
          <a:xfrm flipH="1">
            <a:off x="609600" y="593199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09101" y="-1060145"/>
            <a:ext cx="4186433" cy="377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3825" y="-1062041"/>
            <a:ext cx="4186433" cy="3777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107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">
  <p:cSld name="Thanks 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>
            <a:spLocks noGrp="1"/>
          </p:cNvSpPr>
          <p:nvPr>
            <p:ph type="ctrTitle"/>
          </p:nvPr>
        </p:nvSpPr>
        <p:spPr>
          <a:xfrm flipH="1">
            <a:off x="609600" y="1924040"/>
            <a:ext cx="35944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4520433" y="2675503"/>
            <a:ext cx="37576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</a:t>
            </a:r>
            <a:r>
              <a:rPr lang="en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" sz="16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6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infographics &amp; images by </a:t>
            </a:r>
            <a:r>
              <a:rPr lang="en" sz="16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1600">
              <a:solidFill>
                <a:schemeClr val="lt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D809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9"/>
          <p:cNvSpPr txBox="1">
            <a:spLocks noGrp="1"/>
          </p:cNvSpPr>
          <p:nvPr>
            <p:ph type="subTitle" idx="1"/>
          </p:nvPr>
        </p:nvSpPr>
        <p:spPr>
          <a:xfrm>
            <a:off x="609584" y="2718351"/>
            <a:ext cx="3594400" cy="6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6" name="Google Shape;23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762371" y="-1832139"/>
            <a:ext cx="5429628" cy="489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6744999" y="3702382"/>
            <a:ext cx="5429628" cy="48991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31781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>
            <a:spLocks noGrp="1"/>
          </p:cNvSpPr>
          <p:nvPr>
            <p:ph type="ctrTitle"/>
          </p:nvPr>
        </p:nvSpPr>
        <p:spPr>
          <a:xfrm flipH="1">
            <a:off x="720000" y="607427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1"/>
          </p:nvPr>
        </p:nvSpPr>
        <p:spPr>
          <a:xfrm>
            <a:off x="3450800" y="2947533"/>
            <a:ext cx="5290400" cy="24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0">
            <a:hlinkClick r:id="rId2"/>
          </p:cNvPr>
          <p:cNvSpPr txBox="1">
            <a:spLocks noGrp="1"/>
          </p:cNvSpPr>
          <p:nvPr>
            <p:ph type="ctrTitle" idx="2"/>
          </p:nvPr>
        </p:nvSpPr>
        <p:spPr>
          <a:xfrm>
            <a:off x="4298800" y="2399256"/>
            <a:ext cx="3594400" cy="3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42" name="Google Shape;2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663953" y="4383589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1312304" y="4277023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35376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BCAC3D-C044-EC1E-A421-8807F66F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52560C-CBC9-6C80-AB05-2779B5E20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81F1AA2-FF10-C32F-F44E-FFF3B46A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F3FE-0E6B-4656-9FF7-30DBB516AD5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93A32C-4876-730F-3366-E776F1617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2E9DE4-04D0-7B83-B749-2C39AADA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099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1F7421-017B-A0A8-E260-3DC10310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44B915-5F37-B21F-FCAB-ADB08B266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B6C783E-7003-6DEF-468C-CE2480728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BF336F8-848A-3CAC-E466-5646291A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9F3FE-0E6B-4656-9FF7-30DBB516AD5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8F4977-104A-CC80-A902-A0E57C0D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79BFD8B-D20B-DE2F-8BFA-2123025C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91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7580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 preserve="1">
  <p:cSld name="Diseño personalizado 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/>
          <p:nvPr/>
        </p:nvSpPr>
        <p:spPr>
          <a:xfrm flipH="1">
            <a:off x="633" y="-19567"/>
            <a:ext cx="12192000" cy="68776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/>
              <a:t> </a:t>
            </a:r>
            <a:endParaRPr sz="1867"/>
          </a:p>
        </p:txBody>
      </p:sp>
      <p:sp>
        <p:nvSpPr>
          <p:cNvPr id="255" name="Google Shape;255;p34"/>
          <p:cNvSpPr/>
          <p:nvPr/>
        </p:nvSpPr>
        <p:spPr>
          <a:xfrm>
            <a:off x="1578400" y="0"/>
            <a:ext cx="10614000" cy="55260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6" name="Google Shape;256;p34"/>
          <p:cNvSpPr/>
          <p:nvPr/>
        </p:nvSpPr>
        <p:spPr>
          <a:xfrm>
            <a:off x="0" y="2532632"/>
            <a:ext cx="2100000" cy="43256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257" name="Google Shape;257;p34"/>
          <p:cNvSpPr txBox="1">
            <a:spLocks noGrp="1"/>
          </p:cNvSpPr>
          <p:nvPr>
            <p:ph type="ctrTitle"/>
          </p:nvPr>
        </p:nvSpPr>
        <p:spPr>
          <a:xfrm>
            <a:off x="6262900" y="1760300"/>
            <a:ext cx="4822400" cy="23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8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8" name="Google Shape;258;p34"/>
          <p:cNvSpPr txBox="1">
            <a:spLocks noGrp="1"/>
          </p:cNvSpPr>
          <p:nvPr>
            <p:ph type="subTitle" idx="1"/>
          </p:nvPr>
        </p:nvSpPr>
        <p:spPr>
          <a:xfrm>
            <a:off x="7882433" y="3970400"/>
            <a:ext cx="3202800" cy="9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14812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 2" preserve="1">
  <p:cSld name="Diseño personalizado 1 2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/>
          <p:nvPr/>
        </p:nvSpPr>
        <p:spPr>
          <a:xfrm>
            <a:off x="0" y="-9800"/>
            <a:ext cx="12192000" cy="68776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1" name="Google Shape;261;p35"/>
          <p:cNvSpPr/>
          <p:nvPr/>
        </p:nvSpPr>
        <p:spPr>
          <a:xfrm flipH="1">
            <a:off x="233" y="0"/>
            <a:ext cx="10614000" cy="55260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2" name="Google Shape;262;p35"/>
          <p:cNvSpPr txBox="1">
            <a:spLocks noGrp="1"/>
          </p:cNvSpPr>
          <p:nvPr>
            <p:ph type="ctrTitle"/>
          </p:nvPr>
        </p:nvSpPr>
        <p:spPr>
          <a:xfrm flipH="1">
            <a:off x="1106567" y="3209833"/>
            <a:ext cx="75800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80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6933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3" name="Google Shape;263;p35"/>
          <p:cNvSpPr txBox="1">
            <a:spLocks noGrp="1"/>
          </p:cNvSpPr>
          <p:nvPr>
            <p:ph type="subTitle" idx="1"/>
          </p:nvPr>
        </p:nvSpPr>
        <p:spPr>
          <a:xfrm flipH="1">
            <a:off x="1106713" y="3346099"/>
            <a:ext cx="4014400" cy="15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4" name="Google Shape;264;p35"/>
          <p:cNvSpPr/>
          <p:nvPr/>
        </p:nvSpPr>
        <p:spPr>
          <a:xfrm flipH="1">
            <a:off x="10092633" y="2532632"/>
            <a:ext cx="2100000" cy="43256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508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" preserve="1">
  <p:cSld name="Diseño personalizado 3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/>
          <p:nvPr/>
        </p:nvSpPr>
        <p:spPr>
          <a:xfrm>
            <a:off x="-1" y="1254836"/>
            <a:ext cx="8104400" cy="56032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267" name="Google Shape;267;p36"/>
          <p:cNvSpPr/>
          <p:nvPr/>
        </p:nvSpPr>
        <p:spPr>
          <a:xfrm>
            <a:off x="2777667" y="9500"/>
            <a:ext cx="9415200" cy="68580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268" name="Google Shape;268;p36"/>
          <p:cNvSpPr txBox="1">
            <a:spLocks noGrp="1"/>
          </p:cNvSpPr>
          <p:nvPr>
            <p:ph type="ctrTitle"/>
          </p:nvPr>
        </p:nvSpPr>
        <p:spPr>
          <a:xfrm>
            <a:off x="6148100" y="1799033"/>
            <a:ext cx="4670400" cy="20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9" name="Google Shape;269;p36"/>
          <p:cNvSpPr txBox="1">
            <a:spLocks noGrp="1"/>
          </p:cNvSpPr>
          <p:nvPr>
            <p:ph type="subTitle" idx="1"/>
          </p:nvPr>
        </p:nvSpPr>
        <p:spPr>
          <a:xfrm>
            <a:off x="6148100" y="3631119"/>
            <a:ext cx="4670400" cy="24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862132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3 1" preserve="1">
  <p:cSld name="Diseño personalizado 3 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/>
          <p:nvPr/>
        </p:nvSpPr>
        <p:spPr>
          <a:xfrm flipH="1">
            <a:off x="632" y="-19567"/>
            <a:ext cx="12192000" cy="68776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2" name="Google Shape;272;p37"/>
          <p:cNvSpPr/>
          <p:nvPr/>
        </p:nvSpPr>
        <p:spPr>
          <a:xfrm flipH="1">
            <a:off x="4088233" y="1254836"/>
            <a:ext cx="8104400" cy="56032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273" name="Google Shape;273;p37"/>
          <p:cNvSpPr/>
          <p:nvPr/>
        </p:nvSpPr>
        <p:spPr>
          <a:xfrm flipH="1">
            <a:off x="-1" y="9500"/>
            <a:ext cx="8104400" cy="68580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274" name="Google Shape;274;p37"/>
          <p:cNvSpPr txBox="1">
            <a:spLocks noGrp="1"/>
          </p:cNvSpPr>
          <p:nvPr>
            <p:ph type="ctrTitle"/>
          </p:nvPr>
        </p:nvSpPr>
        <p:spPr>
          <a:xfrm flipH="1">
            <a:off x="1374132" y="1799033"/>
            <a:ext cx="4670400" cy="20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subTitle" idx="1"/>
          </p:nvPr>
        </p:nvSpPr>
        <p:spPr>
          <a:xfrm flipH="1">
            <a:off x="1374132" y="3631119"/>
            <a:ext cx="4670400" cy="24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09784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 preserve="1">
  <p:cSld name="Diseño personalizado 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Clr>
                <a:srgbClr val="000000"/>
              </a:buClr>
              <a:buSzPts val="1100"/>
              <a:buFont typeface="Arial"/>
              <a:buNone/>
              <a:defRPr/>
            </a:lvl1pPr>
            <a:lvl2pPr lvl="1" rtl="0">
              <a:buClr>
                <a:srgbClr val="000000"/>
              </a:buClr>
              <a:buSzPts val="1100"/>
              <a:buFont typeface="Arial"/>
              <a:buNone/>
              <a:defRPr/>
            </a:lvl2pPr>
            <a:lvl3pPr lvl="2" rtl="0">
              <a:buClr>
                <a:srgbClr val="000000"/>
              </a:buClr>
              <a:buSzPts val="1100"/>
              <a:buFont typeface="Arial"/>
              <a:buNone/>
              <a:defRPr/>
            </a:lvl3pPr>
            <a:lvl4pPr lvl="3" rtl="0">
              <a:buClr>
                <a:srgbClr val="000000"/>
              </a:buClr>
              <a:buSzPts val="1100"/>
              <a:buFont typeface="Arial"/>
              <a:buNone/>
              <a:defRPr/>
            </a:lvl4pPr>
            <a:lvl5pPr lvl="4" rtl="0">
              <a:buClr>
                <a:srgbClr val="000000"/>
              </a:buClr>
              <a:buSzPts val="1100"/>
              <a:buFont typeface="Arial"/>
              <a:buNone/>
              <a:defRPr/>
            </a:lvl5pPr>
            <a:lvl6pPr lvl="5" rtl="0">
              <a:buClr>
                <a:srgbClr val="000000"/>
              </a:buClr>
              <a:buSzPts val="1100"/>
              <a:buFont typeface="Arial"/>
              <a:buNone/>
              <a:defRPr/>
            </a:lvl6pPr>
            <a:lvl7pPr lvl="6" rtl="0">
              <a:buClr>
                <a:srgbClr val="000000"/>
              </a:buClr>
              <a:buSzPts val="1100"/>
              <a:buFont typeface="Arial"/>
              <a:buNone/>
              <a:defRPr/>
            </a:lvl7pPr>
            <a:lvl8pPr lvl="7" rtl="0">
              <a:buClr>
                <a:srgbClr val="000000"/>
              </a:buClr>
              <a:buSzPts val="1100"/>
              <a:buFont typeface="Arial"/>
              <a:buNone/>
              <a:defRPr/>
            </a:lvl8pPr>
            <a:lvl9pPr lvl="8" rtl="0">
              <a:buClr>
                <a:srgbClr val="000000"/>
              </a:buClr>
              <a:buSzPts val="11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78" name="Google Shape;278;p38"/>
          <p:cNvSpPr/>
          <p:nvPr/>
        </p:nvSpPr>
        <p:spPr>
          <a:xfrm>
            <a:off x="0" y="-19567"/>
            <a:ext cx="12192000" cy="68776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9" name="Google Shape;279;p38"/>
          <p:cNvSpPr/>
          <p:nvPr/>
        </p:nvSpPr>
        <p:spPr>
          <a:xfrm>
            <a:off x="0" y="1304433"/>
            <a:ext cx="12192000" cy="42296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008275"/>
              </a:solidFill>
            </a:endParaRPr>
          </a:p>
        </p:txBody>
      </p:sp>
      <p:sp>
        <p:nvSpPr>
          <p:cNvPr id="280" name="Google Shape;280;p38"/>
          <p:cNvSpPr txBox="1">
            <a:spLocks noGrp="1"/>
          </p:cNvSpPr>
          <p:nvPr>
            <p:ph type="body" idx="1"/>
          </p:nvPr>
        </p:nvSpPr>
        <p:spPr>
          <a:xfrm>
            <a:off x="856067" y="2846400"/>
            <a:ext cx="70776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>
                <a:solidFill>
                  <a:srgbClr val="FFFFFF"/>
                </a:solidFill>
              </a:defRPr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>
                <a:solidFill>
                  <a:srgbClr val="FFFFFF"/>
                </a:solidFill>
              </a:defRPr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>
                <a:solidFill>
                  <a:srgbClr val="FFFFFF"/>
                </a:solidFill>
              </a:defRPr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>
                <a:solidFill>
                  <a:srgbClr val="FFFFFF"/>
                </a:solidFill>
              </a:defRPr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>
                <a:solidFill>
                  <a:srgbClr val="FFFFFF"/>
                </a:solidFill>
              </a:defRPr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>
                <a:solidFill>
                  <a:srgbClr val="FFFFFF"/>
                </a:solidFill>
              </a:defRPr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>
                <a:solidFill>
                  <a:srgbClr val="FFFFFF"/>
                </a:solidFill>
              </a:defRPr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>
                <a:solidFill>
                  <a:srgbClr val="FFFFFF"/>
                </a:solidFill>
              </a:defRPr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Clr>
                <a:srgbClr val="FFFFFF"/>
              </a:buClr>
              <a:buSzPts val="1200"/>
              <a:buChar char="■"/>
              <a:defRPr>
                <a:solidFill>
                  <a:srgbClr val="FFFFFF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title"/>
          </p:nvPr>
        </p:nvSpPr>
        <p:spPr>
          <a:xfrm>
            <a:off x="6297329" y="1683567"/>
            <a:ext cx="5077600" cy="11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2" name="Google Shape;282;p38"/>
          <p:cNvSpPr/>
          <p:nvPr/>
        </p:nvSpPr>
        <p:spPr>
          <a:xfrm flipH="1">
            <a:off x="0" y="0"/>
            <a:ext cx="402000" cy="68580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899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" preserve="1">
  <p:cSld name="Diseño personalizado 2 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5" name="Google Shape;285;p39"/>
          <p:cNvSpPr/>
          <p:nvPr/>
        </p:nvSpPr>
        <p:spPr>
          <a:xfrm>
            <a:off x="0" y="-19567"/>
            <a:ext cx="12192000" cy="68776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6" name="Google Shape;286;p39"/>
          <p:cNvSpPr/>
          <p:nvPr/>
        </p:nvSpPr>
        <p:spPr>
          <a:xfrm>
            <a:off x="0" y="1304433"/>
            <a:ext cx="12192000" cy="42296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008275"/>
              </a:solidFill>
            </a:endParaRPr>
          </a:p>
        </p:txBody>
      </p:sp>
      <p:sp>
        <p:nvSpPr>
          <p:cNvPr id="287" name="Google Shape;287;p39"/>
          <p:cNvSpPr txBox="1">
            <a:spLocks noGrp="1"/>
          </p:cNvSpPr>
          <p:nvPr>
            <p:ph type="title"/>
          </p:nvPr>
        </p:nvSpPr>
        <p:spPr>
          <a:xfrm>
            <a:off x="2235399" y="2831200"/>
            <a:ext cx="3796000" cy="11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1"/>
          </p:nvPr>
        </p:nvSpPr>
        <p:spPr>
          <a:xfrm flipH="1">
            <a:off x="6389696" y="2649000"/>
            <a:ext cx="3508000" cy="15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/>
          <p:nvPr/>
        </p:nvSpPr>
        <p:spPr>
          <a:xfrm flipH="1">
            <a:off x="0" y="0"/>
            <a:ext cx="6170400" cy="4132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0115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 1" preserve="1">
  <p:cSld name="Diseño personalizado 2 1 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/>
          <p:nvPr/>
        </p:nvSpPr>
        <p:spPr>
          <a:xfrm>
            <a:off x="0" y="-19567"/>
            <a:ext cx="12192000" cy="68776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92" name="Google Shape;292;p40"/>
          <p:cNvSpPr/>
          <p:nvPr/>
        </p:nvSpPr>
        <p:spPr>
          <a:xfrm>
            <a:off x="0" y="1304433"/>
            <a:ext cx="12192000" cy="42296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008275"/>
              </a:solidFill>
            </a:endParaRPr>
          </a:p>
        </p:txBody>
      </p:sp>
      <p:sp>
        <p:nvSpPr>
          <p:cNvPr id="293" name="Google Shape;293;p40"/>
          <p:cNvSpPr txBox="1">
            <a:spLocks noGrp="1"/>
          </p:cNvSpPr>
          <p:nvPr>
            <p:ph type="title"/>
          </p:nvPr>
        </p:nvSpPr>
        <p:spPr>
          <a:xfrm flipH="1">
            <a:off x="6021456" y="2831200"/>
            <a:ext cx="3796000" cy="11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4" name="Google Shape;294;p40"/>
          <p:cNvSpPr txBox="1">
            <a:spLocks noGrp="1"/>
          </p:cNvSpPr>
          <p:nvPr>
            <p:ph type="subTitle" idx="1"/>
          </p:nvPr>
        </p:nvSpPr>
        <p:spPr>
          <a:xfrm>
            <a:off x="2374549" y="2649000"/>
            <a:ext cx="3288400" cy="15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733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5" name="Google Shape;295;p40"/>
          <p:cNvSpPr/>
          <p:nvPr/>
        </p:nvSpPr>
        <p:spPr>
          <a:xfrm flipH="1">
            <a:off x="6021600" y="0"/>
            <a:ext cx="6170400" cy="4132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4149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 1 1 1" preserve="1">
  <p:cSld name="Diseño personalizado 2 1 1 1 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/>
          <p:nvPr/>
        </p:nvSpPr>
        <p:spPr>
          <a:xfrm>
            <a:off x="0" y="-19567"/>
            <a:ext cx="12192000" cy="68776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98" name="Google Shape;298;p41"/>
          <p:cNvSpPr/>
          <p:nvPr/>
        </p:nvSpPr>
        <p:spPr>
          <a:xfrm>
            <a:off x="0" y="1304433"/>
            <a:ext cx="12192000" cy="42296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008275"/>
              </a:solidFill>
            </a:endParaRPr>
          </a:p>
        </p:txBody>
      </p:sp>
      <p:sp>
        <p:nvSpPr>
          <p:cNvPr id="299" name="Google Shape;299;p41"/>
          <p:cNvSpPr txBox="1">
            <a:spLocks noGrp="1"/>
          </p:cNvSpPr>
          <p:nvPr>
            <p:ph type="title"/>
          </p:nvPr>
        </p:nvSpPr>
        <p:spPr>
          <a:xfrm flipH="1">
            <a:off x="2491609" y="2831200"/>
            <a:ext cx="7208800" cy="11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413970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 type="titleOnly" preserve="1">
  <p:cSld name="TWO COLUMNS">
    <p:bg>
      <p:bgPr>
        <a:noFill/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/>
          <p:nvPr/>
        </p:nvSpPr>
        <p:spPr>
          <a:xfrm>
            <a:off x="6080567" y="628633"/>
            <a:ext cx="6116400" cy="56008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2" name="Google Shape;302;p42"/>
          <p:cNvSpPr/>
          <p:nvPr/>
        </p:nvSpPr>
        <p:spPr>
          <a:xfrm>
            <a:off x="-10000" y="628633"/>
            <a:ext cx="6116400" cy="56008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3" name="Google Shape;303;p42"/>
          <p:cNvSpPr txBox="1">
            <a:spLocks noGrp="1"/>
          </p:cNvSpPr>
          <p:nvPr>
            <p:ph type="ctrTitle"/>
          </p:nvPr>
        </p:nvSpPr>
        <p:spPr>
          <a:xfrm>
            <a:off x="1012167" y="800267"/>
            <a:ext cx="44584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4" name="Google Shape;304;p42"/>
          <p:cNvSpPr txBox="1">
            <a:spLocks noGrp="1"/>
          </p:cNvSpPr>
          <p:nvPr>
            <p:ph type="subTitle" idx="1"/>
          </p:nvPr>
        </p:nvSpPr>
        <p:spPr>
          <a:xfrm>
            <a:off x="1012151" y="4043533"/>
            <a:ext cx="37296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42"/>
          <p:cNvSpPr txBox="1">
            <a:spLocks noGrp="1"/>
          </p:cNvSpPr>
          <p:nvPr>
            <p:ph type="subTitle" idx="2"/>
          </p:nvPr>
        </p:nvSpPr>
        <p:spPr>
          <a:xfrm>
            <a:off x="7215817" y="4043533"/>
            <a:ext cx="37296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2"/>
          <p:cNvSpPr txBox="1">
            <a:spLocks noGrp="1"/>
          </p:cNvSpPr>
          <p:nvPr>
            <p:ph type="ctrTitle" idx="3"/>
          </p:nvPr>
        </p:nvSpPr>
        <p:spPr>
          <a:xfrm>
            <a:off x="1057292" y="2948600"/>
            <a:ext cx="3729600" cy="859600"/>
          </a:xfrm>
          <a:prstGeom prst="rect">
            <a:avLst/>
          </a:prstGeom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2"/>
          <p:cNvSpPr txBox="1">
            <a:spLocks noGrp="1"/>
          </p:cNvSpPr>
          <p:nvPr>
            <p:ph type="ctrTitle" idx="4"/>
          </p:nvPr>
        </p:nvSpPr>
        <p:spPr>
          <a:xfrm>
            <a:off x="7260959" y="2948600"/>
            <a:ext cx="3729600" cy="859600"/>
          </a:xfrm>
          <a:prstGeom prst="rect">
            <a:avLst/>
          </a:prstGeom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08" name="Google Shape;308;p42"/>
          <p:cNvGrpSpPr/>
          <p:nvPr/>
        </p:nvGrpSpPr>
        <p:grpSpPr>
          <a:xfrm>
            <a:off x="6101429" y="5433"/>
            <a:ext cx="523600" cy="6876800"/>
            <a:chOff x="3047922" y="4075"/>
            <a:chExt cx="392700" cy="5157600"/>
          </a:xfrm>
        </p:grpSpPr>
        <p:sp>
          <p:nvSpPr>
            <p:cNvPr id="309" name="Google Shape;309;p42"/>
            <p:cNvSpPr/>
            <p:nvPr/>
          </p:nvSpPr>
          <p:spPr>
            <a:xfrm rot="5400000">
              <a:off x="3017322" y="2373000"/>
              <a:ext cx="453900" cy="392700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cxnSp>
          <p:nvCxnSpPr>
            <p:cNvPr id="310" name="Google Shape;310;p42"/>
            <p:cNvCxnSpPr/>
            <p:nvPr/>
          </p:nvCxnSpPr>
          <p:spPr>
            <a:xfrm>
              <a:off x="3053725" y="4075"/>
              <a:ext cx="0" cy="51576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251743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3" preserve="1">
  <p:cSld name="TWO COLUMNS 3">
    <p:bg>
      <p:bgPr>
        <a:noFill/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/>
          <p:nvPr/>
        </p:nvSpPr>
        <p:spPr>
          <a:xfrm>
            <a:off x="6080567" y="-9367"/>
            <a:ext cx="6116400" cy="68768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13" name="Google Shape;313;p43"/>
          <p:cNvSpPr/>
          <p:nvPr/>
        </p:nvSpPr>
        <p:spPr>
          <a:xfrm>
            <a:off x="-10000" y="-9367"/>
            <a:ext cx="6090400" cy="68768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14" name="Google Shape;314;p43"/>
          <p:cNvSpPr txBox="1">
            <a:spLocks noGrp="1"/>
          </p:cNvSpPr>
          <p:nvPr>
            <p:ph type="ctrTitle"/>
          </p:nvPr>
        </p:nvSpPr>
        <p:spPr>
          <a:xfrm>
            <a:off x="2861600" y="800267"/>
            <a:ext cx="64688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5" name="Google Shape;315;p43"/>
          <p:cNvSpPr txBox="1">
            <a:spLocks noGrp="1"/>
          </p:cNvSpPr>
          <p:nvPr>
            <p:ph type="subTitle" idx="1"/>
          </p:nvPr>
        </p:nvSpPr>
        <p:spPr>
          <a:xfrm>
            <a:off x="1012151" y="3116667"/>
            <a:ext cx="37296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43"/>
          <p:cNvSpPr txBox="1">
            <a:spLocks noGrp="1"/>
          </p:cNvSpPr>
          <p:nvPr>
            <p:ph type="subTitle" idx="2"/>
          </p:nvPr>
        </p:nvSpPr>
        <p:spPr>
          <a:xfrm>
            <a:off x="7215817" y="3116667"/>
            <a:ext cx="37296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7" name="Google Shape;317;p43"/>
          <p:cNvSpPr/>
          <p:nvPr/>
        </p:nvSpPr>
        <p:spPr>
          <a:xfrm rot="5400000">
            <a:off x="6060629" y="3813900"/>
            <a:ext cx="605200" cy="523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70190259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620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 preserve="1">
  <p:cSld name="TWO COLUMNS 2">
    <p:bg>
      <p:bgPr>
        <a:noFill/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/>
          <p:nvPr/>
        </p:nvSpPr>
        <p:spPr>
          <a:xfrm>
            <a:off x="6364251" y="1817200"/>
            <a:ext cx="4126231" cy="5042651"/>
          </a:xfrm>
          <a:custGeom>
            <a:avLst/>
            <a:gdLst/>
            <a:ahLst/>
            <a:cxnLst/>
            <a:rect l="l" t="t" r="r" b="b"/>
            <a:pathLst>
              <a:path w="3429000" h="4959984" extrusionOk="0">
                <a:moveTo>
                  <a:pt x="3428822" y="4959629"/>
                </a:moveTo>
                <a:lnTo>
                  <a:pt x="0" y="4959629"/>
                </a:lnTo>
                <a:lnTo>
                  <a:pt x="0" y="0"/>
                </a:lnTo>
                <a:lnTo>
                  <a:pt x="3428822" y="0"/>
                </a:lnTo>
                <a:lnTo>
                  <a:pt x="3428822" y="4959629"/>
                </a:lnTo>
                <a:close/>
              </a:path>
            </a:pathLst>
          </a:cu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20" name="Google Shape;320;p44"/>
          <p:cNvSpPr/>
          <p:nvPr/>
        </p:nvSpPr>
        <p:spPr>
          <a:xfrm>
            <a:off x="1701485" y="1817200"/>
            <a:ext cx="4126231" cy="5042651"/>
          </a:xfrm>
          <a:custGeom>
            <a:avLst/>
            <a:gdLst/>
            <a:ahLst/>
            <a:cxnLst/>
            <a:rect l="l" t="t" r="r" b="b"/>
            <a:pathLst>
              <a:path w="3429000" h="4959984" extrusionOk="0">
                <a:moveTo>
                  <a:pt x="3428822" y="4959629"/>
                </a:moveTo>
                <a:lnTo>
                  <a:pt x="0" y="4959629"/>
                </a:lnTo>
                <a:lnTo>
                  <a:pt x="0" y="0"/>
                </a:lnTo>
                <a:lnTo>
                  <a:pt x="3428822" y="0"/>
                </a:lnTo>
                <a:lnTo>
                  <a:pt x="3428822" y="4959629"/>
                </a:lnTo>
                <a:close/>
              </a:path>
            </a:pathLst>
          </a:cu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21" name="Google Shape;321;p44"/>
          <p:cNvSpPr txBox="1">
            <a:spLocks noGrp="1"/>
          </p:cNvSpPr>
          <p:nvPr>
            <p:ph type="ctrTitle"/>
          </p:nvPr>
        </p:nvSpPr>
        <p:spPr>
          <a:xfrm>
            <a:off x="1797933" y="300233"/>
            <a:ext cx="85960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3000"/>
              <a:buNone/>
              <a:defRPr sz="4000">
                <a:solidFill>
                  <a:srgbClr val="413B49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2" name="Google Shape;322;p44"/>
          <p:cNvSpPr txBox="1">
            <a:spLocks noGrp="1"/>
          </p:cNvSpPr>
          <p:nvPr>
            <p:ph type="subTitle" idx="1"/>
          </p:nvPr>
        </p:nvSpPr>
        <p:spPr>
          <a:xfrm>
            <a:off x="2018333" y="3980533"/>
            <a:ext cx="34924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3" name="Google Shape;323;p44"/>
          <p:cNvSpPr txBox="1">
            <a:spLocks noGrp="1"/>
          </p:cNvSpPr>
          <p:nvPr>
            <p:ph type="subTitle" idx="2"/>
          </p:nvPr>
        </p:nvSpPr>
        <p:spPr>
          <a:xfrm>
            <a:off x="6681167" y="3980533"/>
            <a:ext cx="34924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4" name="Google Shape;324;p44"/>
          <p:cNvSpPr txBox="1">
            <a:spLocks noGrp="1"/>
          </p:cNvSpPr>
          <p:nvPr>
            <p:ph type="ctrTitle" idx="3"/>
          </p:nvPr>
        </p:nvSpPr>
        <p:spPr>
          <a:xfrm>
            <a:off x="2018341" y="3120933"/>
            <a:ext cx="3492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5" name="Google Shape;325;p44"/>
          <p:cNvSpPr txBox="1">
            <a:spLocks noGrp="1"/>
          </p:cNvSpPr>
          <p:nvPr>
            <p:ph type="ctrTitle" idx="4"/>
          </p:nvPr>
        </p:nvSpPr>
        <p:spPr>
          <a:xfrm>
            <a:off x="6681175" y="3120933"/>
            <a:ext cx="3492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6" name="Google Shape;326;p44"/>
          <p:cNvSpPr/>
          <p:nvPr/>
        </p:nvSpPr>
        <p:spPr>
          <a:xfrm flipH="1">
            <a:off x="189700" y="1640400"/>
            <a:ext cx="363600" cy="52176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327" name="Google Shape;327;p44"/>
          <p:cNvSpPr/>
          <p:nvPr/>
        </p:nvSpPr>
        <p:spPr>
          <a:xfrm flipH="1">
            <a:off x="0" y="0"/>
            <a:ext cx="363600" cy="68580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5949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 1" preserve="1">
  <p:cSld name="TWO COLUMNS 2 1">
    <p:bg>
      <p:bgPr>
        <a:noFill/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/>
          <p:nvPr/>
        </p:nvSpPr>
        <p:spPr>
          <a:xfrm>
            <a:off x="0" y="1676468"/>
            <a:ext cx="12195811" cy="4612785"/>
          </a:xfrm>
          <a:custGeom>
            <a:avLst/>
            <a:gdLst/>
            <a:ahLst/>
            <a:cxnLst/>
            <a:rect l="l" t="t" r="r" b="b"/>
            <a:pathLst>
              <a:path w="3429000" h="4959984" extrusionOk="0">
                <a:moveTo>
                  <a:pt x="3428822" y="4959629"/>
                </a:moveTo>
                <a:lnTo>
                  <a:pt x="0" y="4959629"/>
                </a:lnTo>
                <a:lnTo>
                  <a:pt x="0" y="0"/>
                </a:lnTo>
                <a:lnTo>
                  <a:pt x="3428822" y="0"/>
                </a:lnTo>
                <a:lnTo>
                  <a:pt x="3428822" y="4959629"/>
                </a:lnTo>
                <a:close/>
              </a:path>
            </a:pathLst>
          </a:cu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30" name="Google Shape;330;p45"/>
          <p:cNvSpPr txBox="1">
            <a:spLocks noGrp="1"/>
          </p:cNvSpPr>
          <p:nvPr>
            <p:ph type="ctrTitle"/>
          </p:nvPr>
        </p:nvSpPr>
        <p:spPr>
          <a:xfrm>
            <a:off x="1797933" y="300233"/>
            <a:ext cx="85960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3000"/>
              <a:buNone/>
              <a:defRPr sz="4000">
                <a:solidFill>
                  <a:srgbClr val="413B49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5"/>
          <p:cNvSpPr txBox="1">
            <a:spLocks noGrp="1"/>
          </p:cNvSpPr>
          <p:nvPr>
            <p:ph type="subTitle" idx="1"/>
          </p:nvPr>
        </p:nvSpPr>
        <p:spPr>
          <a:xfrm>
            <a:off x="619467" y="3844333"/>
            <a:ext cx="34924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5"/>
          <p:cNvSpPr txBox="1">
            <a:spLocks noGrp="1"/>
          </p:cNvSpPr>
          <p:nvPr>
            <p:ph type="subTitle" idx="2"/>
          </p:nvPr>
        </p:nvSpPr>
        <p:spPr>
          <a:xfrm>
            <a:off x="4349800" y="3844333"/>
            <a:ext cx="34924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3" name="Google Shape;333;p45"/>
          <p:cNvSpPr txBox="1">
            <a:spLocks noGrp="1"/>
          </p:cNvSpPr>
          <p:nvPr>
            <p:ph type="ctrTitle" idx="3"/>
          </p:nvPr>
        </p:nvSpPr>
        <p:spPr>
          <a:xfrm>
            <a:off x="619475" y="2984733"/>
            <a:ext cx="3492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4" name="Google Shape;334;p45"/>
          <p:cNvSpPr txBox="1">
            <a:spLocks noGrp="1"/>
          </p:cNvSpPr>
          <p:nvPr>
            <p:ph type="ctrTitle" idx="4"/>
          </p:nvPr>
        </p:nvSpPr>
        <p:spPr>
          <a:xfrm>
            <a:off x="4349808" y="2984733"/>
            <a:ext cx="3492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5"/>
          <p:cNvSpPr txBox="1">
            <a:spLocks noGrp="1"/>
          </p:cNvSpPr>
          <p:nvPr>
            <p:ph type="subTitle" idx="5"/>
          </p:nvPr>
        </p:nvSpPr>
        <p:spPr>
          <a:xfrm>
            <a:off x="8080133" y="3844333"/>
            <a:ext cx="34924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5"/>
          <p:cNvSpPr txBox="1">
            <a:spLocks noGrp="1"/>
          </p:cNvSpPr>
          <p:nvPr>
            <p:ph type="ctrTitle" idx="6"/>
          </p:nvPr>
        </p:nvSpPr>
        <p:spPr>
          <a:xfrm>
            <a:off x="8080141" y="2984733"/>
            <a:ext cx="3492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 Condensed Medium"/>
              <a:buNone/>
              <a:defRPr sz="2133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60039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 1" preserve="1">
  <p:cSld name="TWO COLUMNS 1 1">
    <p:bg>
      <p:bgPr>
        <a:noFill/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6"/>
          <p:cNvSpPr/>
          <p:nvPr/>
        </p:nvSpPr>
        <p:spPr>
          <a:xfrm>
            <a:off x="100" y="626300"/>
            <a:ext cx="4064000" cy="55992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39" name="Google Shape;339;p46"/>
          <p:cNvSpPr/>
          <p:nvPr/>
        </p:nvSpPr>
        <p:spPr>
          <a:xfrm>
            <a:off x="4066933" y="627879"/>
            <a:ext cx="4064000" cy="55992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0" name="Google Shape;340;p46"/>
          <p:cNvSpPr/>
          <p:nvPr/>
        </p:nvSpPr>
        <p:spPr>
          <a:xfrm>
            <a:off x="8127900" y="626300"/>
            <a:ext cx="4064000" cy="5599200"/>
          </a:xfrm>
          <a:prstGeom prst="rect">
            <a:avLst/>
          </a:prstGeom>
          <a:solidFill>
            <a:srgbClr val="AE3F4A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341" name="Google Shape;341;p46"/>
          <p:cNvGrpSpPr/>
          <p:nvPr/>
        </p:nvGrpSpPr>
        <p:grpSpPr>
          <a:xfrm>
            <a:off x="4063997" y="5433"/>
            <a:ext cx="4587700" cy="6876800"/>
            <a:chOff x="3047922" y="4075"/>
            <a:chExt cx="3440775" cy="5157600"/>
          </a:xfrm>
        </p:grpSpPr>
        <p:grpSp>
          <p:nvGrpSpPr>
            <p:cNvPr id="342" name="Google Shape;342;p46"/>
            <p:cNvGrpSpPr/>
            <p:nvPr/>
          </p:nvGrpSpPr>
          <p:grpSpPr>
            <a:xfrm>
              <a:off x="3047922" y="4075"/>
              <a:ext cx="3440775" cy="5157600"/>
              <a:chOff x="3047922" y="4075"/>
              <a:chExt cx="3440775" cy="5157600"/>
            </a:xfrm>
          </p:grpSpPr>
          <p:grpSp>
            <p:nvGrpSpPr>
              <p:cNvPr id="343" name="Google Shape;343;p46"/>
              <p:cNvGrpSpPr/>
              <p:nvPr/>
            </p:nvGrpSpPr>
            <p:grpSpPr>
              <a:xfrm>
                <a:off x="3047922" y="2342400"/>
                <a:ext cx="3440775" cy="453900"/>
                <a:chOff x="3047922" y="2342400"/>
                <a:chExt cx="3440775" cy="453900"/>
              </a:xfrm>
            </p:grpSpPr>
            <p:sp>
              <p:nvSpPr>
                <p:cNvPr id="344" name="Google Shape;344;p46"/>
                <p:cNvSpPr/>
                <p:nvPr/>
              </p:nvSpPr>
              <p:spPr>
                <a:xfrm rot="5400000">
                  <a:off x="3017322" y="2373000"/>
                  <a:ext cx="453900" cy="3927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67"/>
                </a:p>
              </p:txBody>
            </p:sp>
            <p:sp>
              <p:nvSpPr>
                <p:cNvPr id="345" name="Google Shape;345;p46"/>
                <p:cNvSpPr/>
                <p:nvPr/>
              </p:nvSpPr>
              <p:spPr>
                <a:xfrm rot="5400000">
                  <a:off x="6065397" y="2373000"/>
                  <a:ext cx="453900" cy="39270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67"/>
                </a:p>
              </p:txBody>
            </p:sp>
          </p:grpSp>
          <p:cxnSp>
            <p:nvCxnSpPr>
              <p:cNvPr id="346" name="Google Shape;346;p46"/>
              <p:cNvCxnSpPr/>
              <p:nvPr/>
            </p:nvCxnSpPr>
            <p:spPr>
              <a:xfrm>
                <a:off x="3053725" y="4075"/>
                <a:ext cx="0" cy="5157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47" name="Google Shape;347;p46"/>
            <p:cNvCxnSpPr/>
            <p:nvPr/>
          </p:nvCxnSpPr>
          <p:spPr>
            <a:xfrm>
              <a:off x="6100425" y="4075"/>
              <a:ext cx="0" cy="515760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8" name="Google Shape;348;p46"/>
          <p:cNvSpPr txBox="1">
            <a:spLocks noGrp="1"/>
          </p:cNvSpPr>
          <p:nvPr>
            <p:ph type="ctrTitle"/>
          </p:nvPr>
        </p:nvSpPr>
        <p:spPr>
          <a:xfrm>
            <a:off x="4058167" y="800267"/>
            <a:ext cx="39180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6"/>
          <p:cNvSpPr txBox="1">
            <a:spLocks noGrp="1"/>
          </p:cNvSpPr>
          <p:nvPr>
            <p:ph type="ctrTitle" idx="2"/>
          </p:nvPr>
        </p:nvSpPr>
        <p:spPr>
          <a:xfrm>
            <a:off x="856917" y="3691933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0" name="Google Shape;350;p46"/>
          <p:cNvSpPr txBox="1">
            <a:spLocks noGrp="1"/>
          </p:cNvSpPr>
          <p:nvPr>
            <p:ph type="subTitle" idx="1"/>
          </p:nvPr>
        </p:nvSpPr>
        <p:spPr>
          <a:xfrm>
            <a:off x="856933" y="4449933"/>
            <a:ext cx="25084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1" name="Google Shape;351;p46"/>
          <p:cNvSpPr txBox="1">
            <a:spLocks noGrp="1"/>
          </p:cNvSpPr>
          <p:nvPr>
            <p:ph type="ctrTitle" idx="3"/>
          </p:nvPr>
        </p:nvSpPr>
        <p:spPr>
          <a:xfrm>
            <a:off x="4920917" y="3691933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2" name="Google Shape;352;p46"/>
          <p:cNvSpPr txBox="1">
            <a:spLocks noGrp="1"/>
          </p:cNvSpPr>
          <p:nvPr>
            <p:ph type="subTitle" idx="4"/>
          </p:nvPr>
        </p:nvSpPr>
        <p:spPr>
          <a:xfrm>
            <a:off x="4920933" y="4449933"/>
            <a:ext cx="25084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3" name="Google Shape;353;p46"/>
          <p:cNvSpPr txBox="1">
            <a:spLocks noGrp="1"/>
          </p:cNvSpPr>
          <p:nvPr>
            <p:ph type="ctrTitle" idx="5"/>
          </p:nvPr>
        </p:nvSpPr>
        <p:spPr>
          <a:xfrm>
            <a:off x="8984917" y="3691933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 Condensed Medium"/>
              <a:buNone/>
              <a:defRPr sz="2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Fira Sans Condensed Medium"/>
              <a:buNone/>
              <a:defRPr sz="2400">
                <a:solidFill>
                  <a:srgbClr val="CCCCCC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Fira Sans Condensed Medium"/>
              <a:buNone/>
              <a:defRPr sz="2400">
                <a:solidFill>
                  <a:srgbClr val="CCCCCC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Fira Sans Condensed Medium"/>
              <a:buNone/>
              <a:defRPr sz="2400">
                <a:solidFill>
                  <a:srgbClr val="CCCCCC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Fira Sans Condensed Medium"/>
              <a:buNone/>
              <a:defRPr sz="2400">
                <a:solidFill>
                  <a:srgbClr val="CCCCCC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Fira Sans Condensed Medium"/>
              <a:buNone/>
              <a:defRPr sz="2400">
                <a:solidFill>
                  <a:srgbClr val="CCCCCC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Fira Sans Condensed Medium"/>
              <a:buNone/>
              <a:defRPr sz="2400">
                <a:solidFill>
                  <a:srgbClr val="CCCCCC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Fira Sans Condensed Medium"/>
              <a:buNone/>
              <a:defRPr sz="2400">
                <a:solidFill>
                  <a:srgbClr val="CCCCCC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Fira Sans Condensed Medium"/>
              <a:buNone/>
              <a:defRPr sz="2400">
                <a:solidFill>
                  <a:srgbClr val="CCCCCC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4" name="Google Shape;354;p46"/>
          <p:cNvSpPr txBox="1">
            <a:spLocks noGrp="1"/>
          </p:cNvSpPr>
          <p:nvPr>
            <p:ph type="subTitle" idx="6"/>
          </p:nvPr>
        </p:nvSpPr>
        <p:spPr>
          <a:xfrm>
            <a:off x="8984933" y="4449933"/>
            <a:ext cx="25084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896749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bg>
      <p:bgPr>
        <a:solidFill>
          <a:srgbClr val="FFFFF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/>
          <p:nvPr/>
        </p:nvSpPr>
        <p:spPr>
          <a:xfrm>
            <a:off x="0" y="2257567"/>
            <a:ext cx="12192000" cy="46008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008275"/>
              </a:solidFill>
            </a:endParaRPr>
          </a:p>
        </p:txBody>
      </p:sp>
      <p:cxnSp>
        <p:nvCxnSpPr>
          <p:cNvPr id="357" name="Google Shape;357;p47"/>
          <p:cNvCxnSpPr/>
          <p:nvPr/>
        </p:nvCxnSpPr>
        <p:spPr>
          <a:xfrm rot="10800000">
            <a:off x="2206233" y="2257633"/>
            <a:ext cx="0" cy="460080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8" name="Google Shape;358;p47"/>
          <p:cNvCxnSpPr/>
          <p:nvPr/>
        </p:nvCxnSpPr>
        <p:spPr>
          <a:xfrm rot="10800000">
            <a:off x="5290833" y="2257633"/>
            <a:ext cx="0" cy="460080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47"/>
          <p:cNvCxnSpPr/>
          <p:nvPr/>
        </p:nvCxnSpPr>
        <p:spPr>
          <a:xfrm rot="10800000">
            <a:off x="8344733" y="2257633"/>
            <a:ext cx="0" cy="460080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0" name="Google Shape;360;p47"/>
          <p:cNvSpPr txBox="1">
            <a:spLocks noGrp="1"/>
          </p:cNvSpPr>
          <p:nvPr>
            <p:ph type="ctrTitle"/>
          </p:nvPr>
        </p:nvSpPr>
        <p:spPr>
          <a:xfrm>
            <a:off x="2288316" y="4012805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67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7"/>
          <p:cNvSpPr txBox="1">
            <a:spLocks noGrp="1"/>
          </p:cNvSpPr>
          <p:nvPr>
            <p:ph type="subTitle" idx="1"/>
          </p:nvPr>
        </p:nvSpPr>
        <p:spPr>
          <a:xfrm>
            <a:off x="2288304" y="4628088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7"/>
          <p:cNvSpPr txBox="1">
            <a:spLocks noGrp="1"/>
          </p:cNvSpPr>
          <p:nvPr>
            <p:ph type="title" idx="2" hasCustomPrompt="1"/>
          </p:nvPr>
        </p:nvSpPr>
        <p:spPr>
          <a:xfrm>
            <a:off x="2186716" y="3222188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8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63" name="Google Shape;363;p47"/>
          <p:cNvSpPr txBox="1">
            <a:spLocks noGrp="1"/>
          </p:cNvSpPr>
          <p:nvPr>
            <p:ph type="ctrTitle" idx="3"/>
          </p:nvPr>
        </p:nvSpPr>
        <p:spPr>
          <a:xfrm>
            <a:off x="5351483" y="4008273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67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4" name="Google Shape;364;p47"/>
          <p:cNvSpPr txBox="1">
            <a:spLocks noGrp="1"/>
          </p:cNvSpPr>
          <p:nvPr>
            <p:ph type="subTitle" idx="4"/>
          </p:nvPr>
        </p:nvSpPr>
        <p:spPr>
          <a:xfrm>
            <a:off x="5351467" y="4623556"/>
            <a:ext cx="26356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5" name="Google Shape;365;p47"/>
          <p:cNvSpPr txBox="1">
            <a:spLocks noGrp="1"/>
          </p:cNvSpPr>
          <p:nvPr>
            <p:ph type="title" idx="5" hasCustomPrompt="1"/>
          </p:nvPr>
        </p:nvSpPr>
        <p:spPr>
          <a:xfrm>
            <a:off x="5249883" y="3217656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8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66" name="Google Shape;366;p47"/>
          <p:cNvSpPr txBox="1">
            <a:spLocks noGrp="1"/>
          </p:cNvSpPr>
          <p:nvPr>
            <p:ph type="ctrTitle" idx="6"/>
          </p:nvPr>
        </p:nvSpPr>
        <p:spPr>
          <a:xfrm>
            <a:off x="8414649" y="4008287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867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7"/>
          <p:cNvSpPr txBox="1">
            <a:spLocks noGrp="1"/>
          </p:cNvSpPr>
          <p:nvPr>
            <p:ph type="subTitle" idx="7"/>
          </p:nvPr>
        </p:nvSpPr>
        <p:spPr>
          <a:xfrm>
            <a:off x="8414637" y="4623569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3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7"/>
          <p:cNvSpPr txBox="1">
            <a:spLocks noGrp="1"/>
          </p:cNvSpPr>
          <p:nvPr>
            <p:ph type="title" idx="8" hasCustomPrompt="1"/>
          </p:nvPr>
        </p:nvSpPr>
        <p:spPr>
          <a:xfrm>
            <a:off x="8313049" y="3217669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8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8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69" name="Google Shape;369;p47"/>
          <p:cNvSpPr txBox="1">
            <a:spLocks noGrp="1"/>
          </p:cNvSpPr>
          <p:nvPr>
            <p:ph type="ctrTitle" idx="9"/>
          </p:nvPr>
        </p:nvSpPr>
        <p:spPr>
          <a:xfrm>
            <a:off x="2708800" y="800267"/>
            <a:ext cx="67744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3000"/>
              <a:buNone/>
              <a:defRPr sz="4000">
                <a:solidFill>
                  <a:srgbClr val="413B4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2400">
                <a:solidFill>
                  <a:srgbClr val="D9D9D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48642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ESIGN 2 1 1" preserve="1">
  <p:cSld name="TITLE DESIGN 2 1 1">
    <p:bg>
      <p:bgPr>
        <a:solidFill>
          <a:srgbClr val="FFFFFF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>
            <a:spLocks noGrp="1"/>
          </p:cNvSpPr>
          <p:nvPr>
            <p:ph type="ctrTitle"/>
          </p:nvPr>
        </p:nvSpPr>
        <p:spPr>
          <a:xfrm>
            <a:off x="2619801" y="378800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400"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2" name="Google Shape;372;p48"/>
          <p:cNvSpPr/>
          <p:nvPr/>
        </p:nvSpPr>
        <p:spPr>
          <a:xfrm>
            <a:off x="11638700" y="1640400"/>
            <a:ext cx="363600" cy="52176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373" name="Google Shape;373;p48"/>
          <p:cNvSpPr/>
          <p:nvPr/>
        </p:nvSpPr>
        <p:spPr>
          <a:xfrm>
            <a:off x="11828400" y="0"/>
            <a:ext cx="363600" cy="68580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07503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ESIGN 2 1 1 2" preserve="1">
  <p:cSld name="TITLE DESIGN 2 1 1 2"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 txBox="1">
            <a:spLocks noGrp="1"/>
          </p:cNvSpPr>
          <p:nvPr>
            <p:ph type="ctrTitle"/>
          </p:nvPr>
        </p:nvSpPr>
        <p:spPr>
          <a:xfrm>
            <a:off x="2619801" y="378800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6" name="Google Shape;376;p49"/>
          <p:cNvSpPr/>
          <p:nvPr/>
        </p:nvSpPr>
        <p:spPr>
          <a:xfrm>
            <a:off x="11638700" y="1640400"/>
            <a:ext cx="363600" cy="52176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377" name="Google Shape;377;p49"/>
          <p:cNvSpPr/>
          <p:nvPr/>
        </p:nvSpPr>
        <p:spPr>
          <a:xfrm>
            <a:off x="11828400" y="0"/>
            <a:ext cx="363600" cy="68580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378" name="Google Shape;378;p49"/>
          <p:cNvSpPr txBox="1">
            <a:spLocks noGrp="1"/>
          </p:cNvSpPr>
          <p:nvPr>
            <p:ph type="subTitle" idx="1"/>
          </p:nvPr>
        </p:nvSpPr>
        <p:spPr>
          <a:xfrm>
            <a:off x="2774796" y="5775500"/>
            <a:ext cx="66424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47139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ESIGN 2 1 1 1" preserve="1">
  <p:cSld name="TITLE DESIGN 2 1 1 1"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>
            <a:spLocks noGrp="1"/>
          </p:cNvSpPr>
          <p:nvPr>
            <p:ph type="ctrTitle"/>
          </p:nvPr>
        </p:nvSpPr>
        <p:spPr>
          <a:xfrm>
            <a:off x="2619801" y="378800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50"/>
          <p:cNvSpPr/>
          <p:nvPr/>
        </p:nvSpPr>
        <p:spPr>
          <a:xfrm flipH="1">
            <a:off x="189700" y="1640400"/>
            <a:ext cx="363600" cy="52176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382" name="Google Shape;382;p50"/>
          <p:cNvSpPr/>
          <p:nvPr/>
        </p:nvSpPr>
        <p:spPr>
          <a:xfrm flipH="1">
            <a:off x="0" y="0"/>
            <a:ext cx="363600" cy="68580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383" name="Google Shape;383;p50"/>
          <p:cNvSpPr txBox="1">
            <a:spLocks noGrp="1"/>
          </p:cNvSpPr>
          <p:nvPr>
            <p:ph type="ctrTitle" idx="2"/>
          </p:nvPr>
        </p:nvSpPr>
        <p:spPr>
          <a:xfrm>
            <a:off x="1179467" y="2359900"/>
            <a:ext cx="323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4" name="Google Shape;384;p50"/>
          <p:cNvSpPr txBox="1">
            <a:spLocks noGrp="1"/>
          </p:cNvSpPr>
          <p:nvPr>
            <p:ph type="subTitle" idx="1"/>
          </p:nvPr>
        </p:nvSpPr>
        <p:spPr>
          <a:xfrm>
            <a:off x="1581403" y="2975199"/>
            <a:ext cx="24352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5" name="Google Shape;385;p50"/>
          <p:cNvSpPr txBox="1">
            <a:spLocks noGrp="1"/>
          </p:cNvSpPr>
          <p:nvPr>
            <p:ph type="ctrTitle" idx="3"/>
          </p:nvPr>
        </p:nvSpPr>
        <p:spPr>
          <a:xfrm>
            <a:off x="4476417" y="2355367"/>
            <a:ext cx="323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50"/>
          <p:cNvSpPr txBox="1">
            <a:spLocks noGrp="1"/>
          </p:cNvSpPr>
          <p:nvPr>
            <p:ph type="subTitle" idx="4"/>
          </p:nvPr>
        </p:nvSpPr>
        <p:spPr>
          <a:xfrm>
            <a:off x="4878360" y="2970661"/>
            <a:ext cx="24352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50"/>
          <p:cNvSpPr txBox="1">
            <a:spLocks noGrp="1"/>
          </p:cNvSpPr>
          <p:nvPr>
            <p:ph type="ctrTitle" idx="5"/>
          </p:nvPr>
        </p:nvSpPr>
        <p:spPr>
          <a:xfrm>
            <a:off x="7773349" y="2355400"/>
            <a:ext cx="323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50"/>
          <p:cNvSpPr txBox="1">
            <a:spLocks noGrp="1"/>
          </p:cNvSpPr>
          <p:nvPr>
            <p:ph type="subTitle" idx="6"/>
          </p:nvPr>
        </p:nvSpPr>
        <p:spPr>
          <a:xfrm>
            <a:off x="8175468" y="2970667"/>
            <a:ext cx="24352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50"/>
          <p:cNvSpPr txBox="1">
            <a:spLocks noGrp="1"/>
          </p:cNvSpPr>
          <p:nvPr>
            <p:ph type="ctrTitle" idx="7"/>
          </p:nvPr>
        </p:nvSpPr>
        <p:spPr>
          <a:xfrm>
            <a:off x="1179467" y="4394201"/>
            <a:ext cx="323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50"/>
          <p:cNvSpPr txBox="1">
            <a:spLocks noGrp="1"/>
          </p:cNvSpPr>
          <p:nvPr>
            <p:ph type="subTitle" idx="8"/>
          </p:nvPr>
        </p:nvSpPr>
        <p:spPr>
          <a:xfrm>
            <a:off x="1581403" y="5009500"/>
            <a:ext cx="24352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50"/>
          <p:cNvSpPr txBox="1">
            <a:spLocks noGrp="1"/>
          </p:cNvSpPr>
          <p:nvPr>
            <p:ph type="ctrTitle" idx="9"/>
          </p:nvPr>
        </p:nvSpPr>
        <p:spPr>
          <a:xfrm>
            <a:off x="4476417" y="4389672"/>
            <a:ext cx="323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50"/>
          <p:cNvSpPr txBox="1">
            <a:spLocks noGrp="1"/>
          </p:cNvSpPr>
          <p:nvPr>
            <p:ph type="subTitle" idx="13"/>
          </p:nvPr>
        </p:nvSpPr>
        <p:spPr>
          <a:xfrm>
            <a:off x="4878360" y="5004965"/>
            <a:ext cx="24352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3" name="Google Shape;393;p50"/>
          <p:cNvSpPr txBox="1">
            <a:spLocks noGrp="1"/>
          </p:cNvSpPr>
          <p:nvPr>
            <p:ph type="ctrTitle" idx="14"/>
          </p:nvPr>
        </p:nvSpPr>
        <p:spPr>
          <a:xfrm>
            <a:off x="7773349" y="4389700"/>
            <a:ext cx="32392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600"/>
              <a:buNone/>
              <a:defRPr sz="2133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4" name="Google Shape;394;p50"/>
          <p:cNvSpPr txBox="1">
            <a:spLocks noGrp="1"/>
          </p:cNvSpPr>
          <p:nvPr>
            <p:ph type="subTitle" idx="15"/>
          </p:nvPr>
        </p:nvSpPr>
        <p:spPr>
          <a:xfrm>
            <a:off x="8175468" y="5004967"/>
            <a:ext cx="24352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200"/>
              <a:buNone/>
              <a:defRPr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3628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ESIGN 2 1 1 1 1" preserve="1">
  <p:cSld name="TITLE DESIGN 2 1 1 1 1">
    <p:bg>
      <p:bgPr>
        <a:solidFill>
          <a:srgbClr val="FFFFFF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>
            <a:spLocks noGrp="1"/>
          </p:cNvSpPr>
          <p:nvPr>
            <p:ph type="ctrTitle"/>
          </p:nvPr>
        </p:nvSpPr>
        <p:spPr>
          <a:xfrm>
            <a:off x="2619801" y="378800"/>
            <a:ext cx="69524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13B49"/>
              </a:buClr>
              <a:buSzPts val="1800"/>
              <a:buNone/>
              <a:defRPr sz="2400">
                <a:solidFill>
                  <a:srgbClr val="413B4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7" name="Google Shape;397;p51"/>
          <p:cNvSpPr/>
          <p:nvPr/>
        </p:nvSpPr>
        <p:spPr>
          <a:xfrm flipH="1">
            <a:off x="189700" y="1640400"/>
            <a:ext cx="363600" cy="52176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398" name="Google Shape;398;p51"/>
          <p:cNvSpPr/>
          <p:nvPr/>
        </p:nvSpPr>
        <p:spPr>
          <a:xfrm flipH="1">
            <a:off x="0" y="0"/>
            <a:ext cx="363600" cy="6858000"/>
          </a:xfrm>
          <a:prstGeom prst="rect">
            <a:avLst/>
          </a:prstGeom>
          <a:solidFill>
            <a:srgbClr val="413B49">
              <a:alpha val="742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1371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4 1" preserve="1">
  <p:cSld name="Diseño personalizado 4 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2"/>
          <p:cNvSpPr/>
          <p:nvPr/>
        </p:nvSpPr>
        <p:spPr>
          <a:xfrm flipH="1">
            <a:off x="0" y="906660"/>
            <a:ext cx="11308800" cy="59512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01" name="Google Shape;401;p52"/>
          <p:cNvSpPr/>
          <p:nvPr/>
        </p:nvSpPr>
        <p:spPr>
          <a:xfrm flipH="1">
            <a:off x="883833" y="9500"/>
            <a:ext cx="11308800" cy="60136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02" name="Google Shape;402;p52"/>
          <p:cNvSpPr txBox="1">
            <a:spLocks noGrp="1"/>
          </p:cNvSpPr>
          <p:nvPr>
            <p:ph type="ctrTitle"/>
          </p:nvPr>
        </p:nvSpPr>
        <p:spPr>
          <a:xfrm>
            <a:off x="2708800" y="800267"/>
            <a:ext cx="6774400" cy="1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11250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5" preserve="1">
  <p:cSld name="Diseño personalizado 5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3"/>
          <p:cNvSpPr/>
          <p:nvPr/>
        </p:nvSpPr>
        <p:spPr>
          <a:xfrm flipH="1">
            <a:off x="280" y="-9800"/>
            <a:ext cx="12192000" cy="68776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5" name="Google Shape;405;p53"/>
          <p:cNvSpPr/>
          <p:nvPr/>
        </p:nvSpPr>
        <p:spPr>
          <a:xfrm flipH="1">
            <a:off x="1545084" y="1264600"/>
            <a:ext cx="10647200" cy="56032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06" name="Google Shape;406;p53"/>
          <p:cNvSpPr/>
          <p:nvPr/>
        </p:nvSpPr>
        <p:spPr>
          <a:xfrm flipH="1">
            <a:off x="-267" y="19267"/>
            <a:ext cx="10537200" cy="62464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0095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5 1" preserve="1">
  <p:cSld name="Diseño personalizado 5 1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4"/>
          <p:cNvSpPr/>
          <p:nvPr/>
        </p:nvSpPr>
        <p:spPr>
          <a:xfrm flipH="1">
            <a:off x="267" y="0"/>
            <a:ext cx="12192000" cy="68680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9" name="Google Shape;409;p54"/>
          <p:cNvSpPr/>
          <p:nvPr/>
        </p:nvSpPr>
        <p:spPr>
          <a:xfrm flipH="1">
            <a:off x="-333" y="0"/>
            <a:ext cx="7569600" cy="63048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10" name="Google Shape;410;p54"/>
          <p:cNvSpPr/>
          <p:nvPr/>
        </p:nvSpPr>
        <p:spPr>
          <a:xfrm flipH="1">
            <a:off x="-300" y="4990867"/>
            <a:ext cx="10647200" cy="18768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11" name="Google Shape;411;p54"/>
          <p:cNvSpPr/>
          <p:nvPr/>
        </p:nvSpPr>
        <p:spPr>
          <a:xfrm>
            <a:off x="2339967" y="1484900"/>
            <a:ext cx="3121600" cy="33352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2" name="Google Shape;412;p54"/>
          <p:cNvSpPr/>
          <p:nvPr/>
        </p:nvSpPr>
        <p:spPr>
          <a:xfrm flipH="1">
            <a:off x="1545100" y="0"/>
            <a:ext cx="10647200" cy="5020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13" name="Google Shape;413;p54"/>
          <p:cNvSpPr txBox="1">
            <a:spLocks noGrp="1"/>
          </p:cNvSpPr>
          <p:nvPr>
            <p:ph type="subTitle" idx="1"/>
          </p:nvPr>
        </p:nvSpPr>
        <p:spPr>
          <a:xfrm>
            <a:off x="7976000" y="1962800"/>
            <a:ext cx="3239200" cy="2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None/>
              <a:defRPr>
                <a:solidFill>
                  <a:srgbClr val="07376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ctrTitle"/>
          </p:nvPr>
        </p:nvSpPr>
        <p:spPr>
          <a:xfrm>
            <a:off x="456333" y="2959635"/>
            <a:ext cx="68888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5" name="Google Shape;415;p54"/>
          <p:cNvSpPr txBox="1">
            <a:spLocks noGrp="1"/>
          </p:cNvSpPr>
          <p:nvPr>
            <p:ph type="subTitle" idx="2"/>
          </p:nvPr>
        </p:nvSpPr>
        <p:spPr>
          <a:xfrm>
            <a:off x="2683167" y="3718873"/>
            <a:ext cx="2435200" cy="12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Fira Sans Extra Condensed Light"/>
              <a:buNone/>
              <a:defRPr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16" name="Google Shape;416;p54"/>
          <p:cNvCxnSpPr/>
          <p:nvPr/>
        </p:nvCxnSpPr>
        <p:spPr>
          <a:xfrm>
            <a:off x="3010567" y="3718867"/>
            <a:ext cx="17804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740606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5 1 3" preserve="1">
  <p:cSld name="Diseño personalizado 5 1 3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5"/>
          <p:cNvSpPr/>
          <p:nvPr/>
        </p:nvSpPr>
        <p:spPr>
          <a:xfrm>
            <a:off x="-300" y="0"/>
            <a:ext cx="12192000" cy="68680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9" name="Google Shape;419;p55"/>
          <p:cNvSpPr/>
          <p:nvPr/>
        </p:nvSpPr>
        <p:spPr>
          <a:xfrm>
            <a:off x="4622700" y="0"/>
            <a:ext cx="7569600" cy="63048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20" name="Google Shape;420;p55"/>
          <p:cNvSpPr/>
          <p:nvPr/>
        </p:nvSpPr>
        <p:spPr>
          <a:xfrm>
            <a:off x="1545067" y="4990867"/>
            <a:ext cx="10647200" cy="18768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21" name="Google Shape;421;p55"/>
          <p:cNvSpPr/>
          <p:nvPr/>
        </p:nvSpPr>
        <p:spPr>
          <a:xfrm flipH="1">
            <a:off x="6730400" y="1484900"/>
            <a:ext cx="3121600" cy="33352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2" name="Google Shape;422;p55"/>
          <p:cNvSpPr/>
          <p:nvPr/>
        </p:nvSpPr>
        <p:spPr>
          <a:xfrm>
            <a:off x="-333" y="0"/>
            <a:ext cx="10647200" cy="5020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23" name="Google Shape;423;p55"/>
          <p:cNvSpPr txBox="1">
            <a:spLocks noGrp="1"/>
          </p:cNvSpPr>
          <p:nvPr>
            <p:ph type="subTitle" idx="1"/>
          </p:nvPr>
        </p:nvSpPr>
        <p:spPr>
          <a:xfrm flipH="1">
            <a:off x="976767" y="1962800"/>
            <a:ext cx="3239200" cy="2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200"/>
              <a:buNone/>
              <a:defRPr>
                <a:solidFill>
                  <a:srgbClr val="07376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>
                <a:solidFill>
                  <a:srgbClr val="43434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4" name="Google Shape;424;p55"/>
          <p:cNvSpPr txBox="1">
            <a:spLocks noGrp="1"/>
          </p:cNvSpPr>
          <p:nvPr>
            <p:ph type="ctrTitle"/>
          </p:nvPr>
        </p:nvSpPr>
        <p:spPr>
          <a:xfrm flipH="1">
            <a:off x="4846833" y="2959635"/>
            <a:ext cx="68888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5" name="Google Shape;425;p55"/>
          <p:cNvSpPr txBox="1">
            <a:spLocks noGrp="1"/>
          </p:cNvSpPr>
          <p:nvPr>
            <p:ph type="subTitle" idx="2"/>
          </p:nvPr>
        </p:nvSpPr>
        <p:spPr>
          <a:xfrm flipH="1">
            <a:off x="7073600" y="3718873"/>
            <a:ext cx="2435200" cy="12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Fira Sans Extra Condensed Light"/>
              <a:buNone/>
              <a:defRPr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26" name="Google Shape;426;p55"/>
          <p:cNvCxnSpPr/>
          <p:nvPr/>
        </p:nvCxnSpPr>
        <p:spPr>
          <a:xfrm rot="10800000">
            <a:off x="7401000" y="3718867"/>
            <a:ext cx="17804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362366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5 1 2" preserve="1">
  <p:cSld name="Diseño personalizado 5 1 2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6"/>
          <p:cNvSpPr/>
          <p:nvPr/>
        </p:nvSpPr>
        <p:spPr>
          <a:xfrm flipH="1">
            <a:off x="267" y="0"/>
            <a:ext cx="12192000" cy="6868000"/>
          </a:xfrm>
          <a:prstGeom prst="rect">
            <a:avLst/>
          </a:prstGeom>
          <a:solidFill>
            <a:srgbClr val="FFFFFF">
              <a:alpha val="51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9" name="Google Shape;429;p56"/>
          <p:cNvSpPr/>
          <p:nvPr/>
        </p:nvSpPr>
        <p:spPr>
          <a:xfrm flipH="1">
            <a:off x="-333" y="0"/>
            <a:ext cx="7569600" cy="6196400"/>
          </a:xfrm>
          <a:prstGeom prst="rect">
            <a:avLst/>
          </a:prstGeom>
          <a:solidFill>
            <a:srgbClr val="E65463">
              <a:alpha val="849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  <p:sp>
        <p:nvSpPr>
          <p:cNvPr id="430" name="Google Shape;430;p56"/>
          <p:cNvSpPr txBox="1">
            <a:spLocks noGrp="1"/>
          </p:cNvSpPr>
          <p:nvPr>
            <p:ph type="ctrTitle"/>
          </p:nvPr>
        </p:nvSpPr>
        <p:spPr>
          <a:xfrm>
            <a:off x="1108267" y="501997"/>
            <a:ext cx="51564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1" name="Google Shape;431;p56"/>
          <p:cNvSpPr txBox="1">
            <a:spLocks noGrp="1"/>
          </p:cNvSpPr>
          <p:nvPr>
            <p:ph type="subTitle" idx="1"/>
          </p:nvPr>
        </p:nvSpPr>
        <p:spPr>
          <a:xfrm>
            <a:off x="1108267" y="3085633"/>
            <a:ext cx="5633200" cy="2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2" name="Google Shape;432;p56"/>
          <p:cNvSpPr/>
          <p:nvPr/>
        </p:nvSpPr>
        <p:spPr>
          <a:xfrm flipH="1">
            <a:off x="1545100" y="5103633"/>
            <a:ext cx="10647200" cy="1764000"/>
          </a:xfrm>
          <a:prstGeom prst="rect">
            <a:avLst/>
          </a:prstGeom>
          <a:solidFill>
            <a:srgbClr val="413B49">
              <a:alpha val="595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FFD5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6758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0867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39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93367"/>
            <a:ext cx="10972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7C2CC235-7140-49F4-8D50-935FBE89E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500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694969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 Slab Light"/>
              <a:buChar char="●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 Slab Light"/>
              <a:buChar char="○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 Slab Light"/>
              <a:buChar char="■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 Slab Light"/>
              <a:buChar char="●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 Slab Light"/>
              <a:buChar char="○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 Slab Light"/>
              <a:buChar char="■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 Slab Light"/>
              <a:buChar char="●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 Slab Light"/>
              <a:buChar char="○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66666"/>
              </a:buClr>
              <a:buSzPts val="1200"/>
              <a:buFont typeface="Roboto Slab Light"/>
              <a:buChar char="■"/>
              <a:defRPr sz="1200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lvl="2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lvl="3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lvl="4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lvl="5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lvl="6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lvl="7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lvl="8" algn="r" rtl="0">
              <a:buNone/>
              <a:defRPr sz="1733">
                <a:solidFill>
                  <a:srgbClr val="666666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58257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36" name="Google Shape;436;p58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90980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g.wikipedia.org/wiki/%D0%94%D0%B8%D0%BD%D0%B0%D0%BC%D0%B8%D1%87%D0%BD%D0%B0_%D0%BF%D0%B0%D0%BC%D0%B5%D1%82_%D1%81_%D0%BF%D1%80%D0%BE%D0%B8%D0%B7%D0%B2%D0%BE%D0%BB%D0%B5%D0%BD_%D0%B4%D0%BE%D1%81%D1%82%D1%8A%D0%BF" TargetMode="Externa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g.wikipedia.org/wiki/%D0%98%D0%BD%D1%82%D0%B5%D1%80%D1%84%D0%B5%D0%B9%D1%81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bg.wikipedia.org/wiki/%D0%9F%D0%BE%D0%BB%D1%83%D0%BF%D1%80%D0%BE%D0%B2%D0%BE%D0%B4%D0%BD%D0%B8%D0%BA%D0%BE%D0%B2%D0%BE_(%D1%81%D1%82%D0%B0%D1%82%D0%B8%D1%87%D0%BD%D0%BE)_%D0%B4%D0%B8%D1%81%D0%BA%D0%BE%D0%B2%D0%BE_%D1%83%D1%81%D1%82%D1%80%D0%BE%D0%B9%D1%81%D1%82%D0%B2%D0%BE#cite_note-:0-1" TargetMode="Externa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tvoite.technology/?p=4781" TargetMode="External"/><Relationship Id="rId2" Type="http://schemas.openxmlformats.org/officeDocument/2006/relationships/hyperlink" Target="https://bg.wikipedia.org/wiki/%D0%9F%D0%BE%D0%BB%D1%83%D0%BF%D1%80%D0%BE%D0%B2%D0%BE%D0%B4%D0%BD%D0%B8%D0%BA%D0%BE%D0%B2%D0%BE_(%D1%81%D1%82%D0%B0%D1%82%D0%B8%D1%87%D0%BD%D0%BE)_%D0%B4%D0%B8%D1%81%D0%BA%D0%BE%D0%B2%D0%BE_%D1%83%D1%81%D1%82%D1%80%D0%BE%D0%B9%D1%81%D1%82%D0%B2%D0%BE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EXLfErPEYi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B16E5E-E4C8-D6E0-C17B-A6631EA12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1866753"/>
            <a:ext cx="10752000" cy="237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Полупроводникови запомнящи устройства-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SSD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Видове и характеристики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SSD.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94848F08-52AD-0E79-F74B-BF0BBEDF1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500" y="4313653"/>
            <a:ext cx="10755600" cy="526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3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05A173-51ED-849F-0B54-A0D0DFEC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sz="3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СЪДЪРЖАНИЕ </a:t>
            </a: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2F66A3-7CA9-CE2E-60C9-B478EDC23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Полупроводниково (статично) дисково устройство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Solid-state drive, SSD)</a:t>
            </a:r>
            <a:endParaRPr lang="bg-BG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Архитектура и начин на работа – флаш клетка (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NAND)</a:t>
            </a:r>
            <a:endParaRPr lang="bg-BG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Архитектура и начин на работа – контролер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Четене, запис и триене на информация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Памет – Базирани на </a:t>
            </a:r>
            <a:r>
              <a:rPr lang="bg-BG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флашпамет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Памет – Базирани на </a:t>
            </a:r>
            <a:r>
              <a:rPr lang="bg-BG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флашпамет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Памет – Базирани на динамична памет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История - ранни статични дискове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История - флаш-базирани статични дискове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SSD – </a:t>
            </a:r>
            <a:r>
              <a:rPr lang="bg-BG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Форм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-фактор и интерфейси 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Сравнение на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SSD 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HDD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Предимства на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SSD</a:t>
            </a:r>
            <a:endParaRPr lang="bg-BG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Сравнение на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SDD 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HDD – 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Недостатъци на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SSD </a:t>
            </a:r>
            <a:endParaRPr lang="bg-BG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Въпроси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04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9B7E3C-AD91-7BB0-F8D2-F27648BD6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00" y="593367"/>
            <a:ext cx="10912800" cy="894000"/>
          </a:xfrm>
        </p:spPr>
        <p:txBody>
          <a:bodyPr wrap="square"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Полупроводниково (статично) дисково устройство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Solid-state drive, SSD) </a:t>
            </a:r>
            <a:r>
              <a:rPr lang="bg-BG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bg-BG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A791E7-5BEC-A2E1-3B20-6468F3EE2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800" y="1939500"/>
            <a:ext cx="8844400" cy="4325200"/>
          </a:xfrm>
        </p:spPr>
        <p:txBody>
          <a:bodyPr wrap="square" anchor="ctr">
            <a:normAutofit/>
          </a:bodyPr>
          <a:lstStyle/>
          <a:p>
            <a:pPr marL="114300" indent="0" algn="just">
              <a:spcAft>
                <a:spcPts val="600"/>
              </a:spcAft>
              <a:buNone/>
            </a:pP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Твърдотелните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sz="24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Solid-state</a:t>
            </a:r>
            <a:r>
              <a:rPr lang="ru-RU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drives</a:t>
            </a:r>
            <a:r>
              <a:rPr lang="ru-RU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SSD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 се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наричат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така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тъй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те не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разчитат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движещи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части или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въртящи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Вместо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запазват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съвкупност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 </a:t>
            </a:r>
            <a:r>
              <a:rPr lang="ru-RU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Самата </a:t>
            </a:r>
            <a:r>
              <a:rPr lang="ru-RU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е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съставена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т. нар.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транзистори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плаващи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гейтове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За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разлика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транзисторните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конструкции,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 </a:t>
            </a:r>
            <a:r>
              <a:rPr lang="ru-RU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DRAM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които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трябва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се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опресняват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няколко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пъти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секунда, </a:t>
            </a:r>
            <a:r>
              <a:rPr lang="ru-RU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проектирана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запазва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своето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състояние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дори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когато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няма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захранване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прави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4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енергонезависима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8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67E9D5-7DD2-1166-23FF-5F1BECF41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Архитектура и начин на работа – флаш клетка (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NAND)</a:t>
            </a:r>
          </a:p>
        </p:txBody>
      </p:sp>
      <p:pic>
        <p:nvPicPr>
          <p:cNvPr id="8194" name="Picture 2" descr="Print">
            <a:extLst>
              <a:ext uri="{FF2B5EF4-FFF2-40B4-BE49-F238E27FC236}">
                <a16:creationId xmlns:a16="http://schemas.microsoft.com/office/drawing/2014/main" xmlns="" id="{75ECF8CA-0C47-5132-5E1D-BB132C3918A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374454"/>
            <a:ext cx="5181600" cy="325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D587E93-966B-EB58-CFD9-94B1AD236A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114300" indent="0" algn="just" fontAlgn="t">
              <a:buNone/>
            </a:pP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Диаграмата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ляво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показва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опростен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дизайн на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клетка.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Електроните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съхраняват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плаващ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гейт,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който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след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чете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когато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зареден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„0“,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незареден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„1“. Да, в </a:t>
            </a:r>
            <a:r>
              <a:rPr lang="ru-RU" sz="21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„0“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означава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че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съхранени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клетка – точно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обратното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което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разбираме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под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нула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едно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 </a:t>
            </a:r>
            <a:r>
              <a:rPr lang="ru-RU" sz="21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организирани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матрица.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Цялата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матрица се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нарича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блок, 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отделните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редове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които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съставляват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матрицата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наричат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страница.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Общите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страниците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2K, 4K, 8K или 16K,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един блок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128 до 256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страници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Размерът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блока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следователно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варира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между 256 KB и 4 MB.</a:t>
            </a:r>
          </a:p>
          <a:p>
            <a:pPr marL="114300" indent="0" algn="just" fontAlgn="t">
              <a:buNone/>
            </a:pP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Едно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предимствата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тази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система е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непосредствено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очевидно.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Тъй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1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SSD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дисковете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нямат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движещи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части, те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могат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работят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скорости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далеч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над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тези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типичния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1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HDD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Следната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диаграма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показва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латентността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достъп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типични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носители, дадена в </a:t>
            </a:r>
            <a:r>
              <a:rPr lang="ru-RU" sz="21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микросекунди</a:t>
            </a:r>
            <a:r>
              <a:rPr lang="ru-RU" sz="21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44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CB4DC4-4AE9-BCA0-40BD-2FDE8C612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Архитектура и начин на работа – флаш клетка (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NAND)</a:t>
            </a:r>
          </a:p>
        </p:txBody>
      </p:sp>
      <p:pic>
        <p:nvPicPr>
          <p:cNvPr id="9218" name="Picture 2" descr="latent">
            <a:extLst>
              <a:ext uri="{FF2B5EF4-FFF2-40B4-BE49-F238E27FC236}">
                <a16:creationId xmlns:a16="http://schemas.microsoft.com/office/drawing/2014/main" xmlns="" id="{2B1BA5F4-4B99-E97B-79DB-EA5BC9E6CD6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9273" y="1825625"/>
            <a:ext cx="327945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9AAB430-EE09-BE95-E38A-11054C3623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114300" indent="0" algn="just" fontAlgn="t">
              <a:buNone/>
            </a:pP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далеч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не е толкова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бърза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колкото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основната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RAM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), но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тя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с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няколко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порядъка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по-бърза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един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диск.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Въпреки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че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латентността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запис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значително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по-голяма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спрямо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латентността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четене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 </a:t>
            </a: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тя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все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още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изпреварва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традиционните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въртящи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медии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indent="0" algn="just" fontAlgn="t">
              <a:buNone/>
            </a:pP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две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неща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отбелязване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таблицата</a:t>
            </a:r>
            <a:r>
              <a:rPr lang="bg-BG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в ляво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Първо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обърнете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внимание как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добавянето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повече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битове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клетка в </a:t>
            </a: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въздейства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значително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върху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производителността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паметта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По-лошо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за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записа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отколкото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четенето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при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типичната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клетка с три нива (</a:t>
            </a: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TLC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латентността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4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пъти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по-голяма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сравнение с </a:t>
            </a: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клетка с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едно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ниво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SLC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при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четене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но шест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пъти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по-зле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запис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Латентността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изтриване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също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значително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въздействие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въздействие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също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не е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пропорционално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 </a:t>
            </a: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TLC NAND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е почти два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пъти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по-бавна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 </a:t>
            </a:r>
            <a:r>
              <a:rPr lang="ru-RU" sz="26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SLC NAND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въпреки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че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съхранява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само 50%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повече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</a:t>
            </a:r>
            <a:r>
              <a:rPr lang="ru-RU" sz="26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(три бита на клетка, вместо два)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91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FCA607-E6CE-4ED9-8F70-A99E1108F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00" y="593367"/>
            <a:ext cx="10912800" cy="894000"/>
          </a:xfrm>
        </p:spPr>
        <p:txBody>
          <a:bodyPr wrap="square" anchor="ctr">
            <a:normAutofit/>
          </a:bodyPr>
          <a:lstStyle/>
          <a:p>
            <a:pPr algn="l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Архитектура и начин на работа - контролер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EF3A5F-0E5B-0FCA-032F-32328BD49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800" y="1939500"/>
            <a:ext cx="8844400" cy="4325200"/>
          </a:xfrm>
        </p:spPr>
        <p:txBody>
          <a:bodyPr wrap="square" anchor="ctr">
            <a:normAutofit/>
          </a:bodyPr>
          <a:lstStyle/>
          <a:p>
            <a:pPr marL="114300" indent="0" algn="just">
              <a:spcAft>
                <a:spcPts val="600"/>
              </a:spcAft>
              <a:buNone/>
            </a:pP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Всеки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полупроводников диск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включва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контролер,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който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управлява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електрониката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необходима за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свързване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NAND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компонентите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паметта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хост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компютъра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Контролерът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представлява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вграден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bg-BG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микропроцесор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който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изпълнява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код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ниво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фърмуер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което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го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прави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един от най-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важните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фактори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бързодействието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Производителността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един статичен диск 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пропорционална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количеството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паралелни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NAND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чипове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устройството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Единичният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NAND чип 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относително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бавен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поради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тесния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(8/16 бита) асинхронен I/O интерфейс,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както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с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допълнителна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висока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латентност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основните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I/O операции.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Когато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един диск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работят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паралелно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множество NAND устройства,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честотата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мащабира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високата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латентност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може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се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скрие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стига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достатъчно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чакащи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операции и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натоварването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разпределено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 равно между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различните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устройства.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2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SD Controller - StorageReview.com">
            <a:extLst>
              <a:ext uri="{FF2B5EF4-FFF2-40B4-BE49-F238E27FC236}">
                <a16:creationId xmlns:a16="http://schemas.microsoft.com/office/drawing/2014/main" xmlns="" id="{8A763F39-A182-5C80-BF7C-5F35A8522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1405" y="68263"/>
            <a:ext cx="8729189" cy="6721475"/>
          </a:xfrm>
          <a:prstGeom prst="rect">
            <a:avLst/>
          </a:prstGeom>
          <a:solidFill>
            <a:srgbClr val="FFFFFF"/>
          </a:solidFill>
          <a:extLst/>
        </p:spPr>
      </p:pic>
    </p:spTree>
    <p:extLst>
      <p:ext uri="{BB962C8B-B14F-4D97-AF65-F5344CB8AC3E}">
        <p14:creationId xmlns:p14="http://schemas.microsoft.com/office/powerpoint/2010/main" val="272008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itle 1">
            <a:extLst>
              <a:ext uri="{FF2B5EF4-FFF2-40B4-BE49-F238E27FC236}">
                <a16:creationId xmlns:a16="http://schemas.microsoft.com/office/drawing/2014/main" xmlns="" id="{CE8931DE-4BD1-D49A-EF6B-527AB0890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3367"/>
            <a:ext cx="10972800" cy="763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8" name="Picture 4" descr="ssd-architecture1">
            <a:extLst>
              <a:ext uri="{FF2B5EF4-FFF2-40B4-BE49-F238E27FC236}">
                <a16:creationId xmlns:a16="http://schemas.microsoft.com/office/drawing/2014/main" xmlns="" id="{D5FFA324-F140-D117-4A9D-8D54F292D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5425" y="1536633"/>
            <a:ext cx="6981149" cy="4555200"/>
          </a:xfrm>
          <a:prstGeom prst="rect">
            <a:avLst/>
          </a:prstGeom>
          <a:solidFill>
            <a:srgbClr val="FFFFFF"/>
          </a:solidFill>
          <a:extLst/>
        </p:spPr>
      </p:pic>
    </p:spTree>
    <p:extLst>
      <p:ext uri="{BB962C8B-B14F-4D97-AF65-F5344CB8AC3E}">
        <p14:creationId xmlns:p14="http://schemas.microsoft.com/office/powerpoint/2010/main" val="171286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608A22-55B0-1B19-C60B-3F31FC4F3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00" y="593367"/>
            <a:ext cx="10912800" cy="8940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Четене, запис и триене на информация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253F17-3345-9E16-B41B-6440125AC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800" y="1939500"/>
            <a:ext cx="8844400" cy="4325200"/>
          </a:xfrm>
        </p:spPr>
        <p:txBody>
          <a:bodyPr wrap="square" anchor="ctr">
            <a:normAutofit/>
          </a:bodyPr>
          <a:lstStyle/>
          <a:p>
            <a:pPr marL="114300" indent="0" algn="just">
              <a:spcAft>
                <a:spcPts val="600"/>
              </a:spcAft>
              <a:buNone/>
            </a:pP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Едно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най-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функционалните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ограничения на </a:t>
            </a:r>
            <a:r>
              <a:rPr lang="ru-RU" sz="20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SSD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е, че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докато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записват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много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бързо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празен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диск,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презаписването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много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по-бавно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така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защото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докато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0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SSD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ниво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страница (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което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означава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отделни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редове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рамките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матрицата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0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и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записват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ниво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страница,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предполага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че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околните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клетки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празни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те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изтриват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само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ниво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блок.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така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защото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действието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изтриване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 </a:t>
            </a:r>
            <a:r>
              <a:rPr lang="ru-RU" sz="20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изисква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голямо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напрежение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Въпреки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че можете да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изтриете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теоретично </a:t>
            </a:r>
            <a:r>
              <a:rPr lang="ru-RU" sz="20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NAND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ниво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страница,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размерът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изискваното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напрежение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подлага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изпитание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отделните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клетки около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клетките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които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презаписват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Изтриването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ниво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блок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помага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се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смекчи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този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проблем.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66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A51E5A-DC1F-3B50-6760-B257837B1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00" y="593367"/>
            <a:ext cx="10912800" cy="8940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Памет – Базирани на </a:t>
            </a:r>
            <a:r>
              <a:rPr lang="bg-BG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флашпамет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5367EE-B6A5-D573-3630-D80A2DCE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800" y="1939500"/>
            <a:ext cx="8844400" cy="4325200"/>
          </a:xfrm>
        </p:spPr>
        <p:txBody>
          <a:bodyPr wrap="square" anchor="ctr">
            <a:normAutofit/>
          </a:bodyPr>
          <a:lstStyle/>
          <a:p>
            <a:pPr marL="114300" indent="0" algn="just">
              <a:spcAft>
                <a:spcPts val="600"/>
              </a:spcAft>
              <a:buNone/>
            </a:pP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Повечето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производители на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енергонезависима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NAND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флашпамет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заради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по-ниската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цена в сравнение с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динамичната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способността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ѝ да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запазва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си дори и без постоянен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източник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енергия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което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гарантира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сигурност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дори и при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внезапни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изключвания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захранването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Пполупроводниковите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базирани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флашпамет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по-бавни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решенията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динамична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а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някои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по-ранни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модели след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продължителна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употреба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дори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стават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по-бавни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стандартните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Този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проблем бе решен от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контролери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появили</a:t>
            </a:r>
            <a:r>
              <a:rPr lang="ru-RU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след 2009 г.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935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C14CD1-0572-26CE-DF85-054E2B94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Памет – Базирани на динамична памет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3A4CC8-5CF7-0392-5DBD-EB21DEEA2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базирани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променлива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 tooltip="Динамична памет с произволен достъп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DRAM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характеризират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свръх-бърз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достъп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най-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често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под 10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μs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и най-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често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ускоряване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приложения,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които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иначе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биха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пострадали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латентността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флаш-базираните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традиционните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Базираните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динамична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обикновено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включват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вътрешна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батерия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или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външен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адаптер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променлив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прав ток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системи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съхранение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архиви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за да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може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гарантира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сигурността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когато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не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подава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захранване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диска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външни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източници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Ако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спре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захранването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батерията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ще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го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осигури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докато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цялата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информация се копира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произволен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достъп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резервно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съхраняване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Когато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бъде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възстановено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захранването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информацията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копира обратно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оперативната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резервното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копие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диск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възстановява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нормалната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си работа (подобно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хибернацията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модерните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операционни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системи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този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тип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обикновено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комбинират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DRAM модули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същия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тип,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нормалните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персонални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компютри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сървъри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се сменят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по-големи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модули.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Някои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производители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динамична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директно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запояват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чиповете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диска и не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предвиждат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тяхната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смяна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–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такива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ZeusRAM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Aeon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Drive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други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251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C7CF54-B1C7-3C12-BAEF-FCA9E12B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История-ранни статични дискове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DAB9A3-9BB5-99A1-17DD-A6C2D0FDA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Първите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SSD-та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възникват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1950 г., в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резултат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две 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основни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технологии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феритна</a:t>
            </a:r>
            <a:r>
              <a:rPr lang="ru-RU" b="0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​​и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кондензатори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режим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четене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съхранение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информация (CCROS)).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Наричани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съвременниците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си „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спомагателни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блокове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“, те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първоначално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разработката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първите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компютри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електронни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лампи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въвеждането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по-евтините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барабанни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устройства 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съхранение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информация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им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преустановява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 </a:t>
            </a:r>
          </a:p>
          <a:p>
            <a:pPr marL="114300" indent="0" algn="just">
              <a:buNone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1970 и 1980 г.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първите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bg-BG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суперкомп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ютри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на IBM,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Amdahl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Cray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Тяхната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употреба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обаче е рядка,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заради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прекалено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високата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им цена. В края на 1970 г. General Instruments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произвеждат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електрически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променлив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ROM (EAROM),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който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прилага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по-късната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NAND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флашпамет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1976 г.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Dataram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започва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продажба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устройство, наречено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Bulk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Core,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предоставя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до 2 MB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съхранение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1978 г. Texas Memory Systems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въвежда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16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kB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RAM статичен диск,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нефтени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компании при обработка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сеизмични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 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следващата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година 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StorageTek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разработва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първия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bg-BG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 диск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с </a:t>
            </a:r>
            <a:r>
              <a: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RAM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indent="0" algn="just">
              <a:buNone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Софтуерно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базирани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RAM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все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още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2009 г.,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тъй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много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по-бързи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другите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технологии,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въпреки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че 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консумират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ресурси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процесора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 1 GB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струва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много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повече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 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51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B2187186-E045-2DEE-727C-D9F119254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90511"/>
            <a:ext cx="8134350" cy="610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463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46D7F3-C18C-B3C5-5902-1486F09C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История - флаш-базирани статични дискове</a:t>
            </a:r>
            <a:endParaRPr lang="en-US" sz="3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D3916B-9AFE-F12F-B3A7-F5F16A111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 algn="just">
              <a:buNone/>
            </a:pP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1983 г.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Psion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MC 400 Mobile Computer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включва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четири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гнезда за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преносима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под формата на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флаш-базирани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използвайки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същия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вид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карти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bg-BG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флашпаме</a:t>
            </a:r>
            <a:r>
              <a:rPr lang="bg-BG" sz="19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Psion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Series 3.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модулите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ограничението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че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трябва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се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преформатират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изцяло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за да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възстановят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мястото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изтрити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променени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файлове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Стари версии на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файлове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които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били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изтрити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или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променени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продължават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заемат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място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докато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модулът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бъде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форматиран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indent="0" algn="just">
              <a:buNone/>
            </a:pP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1991 г.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SanDisk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Corporation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създава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 MB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устройство,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което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продава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$ 1000.</a:t>
            </a:r>
          </a:p>
          <a:p>
            <a:pPr marL="114300" indent="0" algn="just">
              <a:buNone/>
            </a:pP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1994 г. STEC Inc.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купува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Cirrus Logic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контролер,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което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позволява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компанията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навлезе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бизнеса с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потребителски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електронни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устройства. </a:t>
            </a:r>
          </a:p>
          <a:p>
            <a:pPr marL="114300" indent="0" algn="just">
              <a:buNone/>
            </a:pP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1995 г. M-Systems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представя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флаш-базирани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 Те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предимството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че не се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изискват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батерии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поддържане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данните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паметта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изисквани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предходни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системи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), но не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били толкова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бързи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колкото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решения,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базирани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динамична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памет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Оттогава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статичните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успешно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алтернатива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твърдите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устройства от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военните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в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космическата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промишленост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както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за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други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критични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приложения. Те се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прилагат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заради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тяхната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способност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издържат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екстремни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удари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вибрации и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температурни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9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разлики</a:t>
            </a:r>
            <a:r>
              <a:rPr lang="ru-RU" sz="1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435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B1DC27-4875-B192-F9EF-68CA7DA39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00" y="593367"/>
            <a:ext cx="10912800" cy="894000"/>
          </a:xfrm>
        </p:spPr>
        <p:txBody>
          <a:bodyPr wrap="square" anchor="ctr">
            <a:normAutofit/>
          </a:bodyPr>
          <a:lstStyle/>
          <a:p>
            <a:pPr algn="l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История - флаш-базирани статични дискове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56F2FD-E53A-E988-AAAC-EA4D6D13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800" y="1939500"/>
            <a:ext cx="8844400" cy="4325200"/>
          </a:xfrm>
        </p:spPr>
        <p:txBody>
          <a:bodyPr wrap="square" anchor="ctr">
            <a:normAutofit/>
          </a:bodyPr>
          <a:lstStyle/>
          <a:p>
            <a:pPr marL="114300" indent="0" algn="just">
              <a:spcAft>
                <a:spcPts val="600"/>
              </a:spcAft>
              <a:buNone/>
            </a:pP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1999 г.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BiTMICRO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прави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редица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нововъведения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и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съобщения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флаш-базирани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включително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18 GB 3,5-инчов. </a:t>
            </a:r>
          </a:p>
          <a:p>
            <a:pPr marL="114300" indent="0" algn="just">
              <a:spcAft>
                <a:spcPts val="600"/>
              </a:spcAft>
              <a:buNone/>
            </a:pP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2007 г. Fusion-IO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обяви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PCIe-базирани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SSD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100 000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входно-изходни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операции в секунда (IOPS)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производителността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една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карта, с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капацитет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до 320 GB. </a:t>
            </a:r>
          </a:p>
          <a:p>
            <a:pPr marL="114300" indent="0" algn="just">
              <a:spcAft>
                <a:spcPts val="600"/>
              </a:spcAft>
              <a:buNone/>
            </a:pP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Cebit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2009 OCZ Technology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демонстрираха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 терабайт (TB)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флаш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SSD с PCI Express х 8 </a:t>
            </a:r>
            <a:r>
              <a:rPr lang="ru-RU" sz="20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 tooltip="Интерфейс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интерфейс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Той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постига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максимална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скорост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запис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654 MB/s и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максимална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скорост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четене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712 MB/s. </a:t>
            </a:r>
          </a:p>
          <a:p>
            <a:pPr marL="114300" indent="0" algn="just">
              <a:spcAft>
                <a:spcPts val="600"/>
              </a:spcAft>
              <a:buNone/>
            </a:pP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декември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2009 г.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Micron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Technology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обяви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полупроводников диск с интерфейс SATA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скорост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6 гигабита в секунда (</a:t>
            </a:r>
            <a:r>
              <a:rPr lang="ru-RU" sz="2000" b="0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Gbit</a:t>
            </a:r>
            <a:r>
              <a:rPr lang="ru-RU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/s).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776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amsung Flash drives win WHQL thumbs-up • The Register">
            <a:extLst>
              <a:ext uri="{FF2B5EF4-FFF2-40B4-BE49-F238E27FC236}">
                <a16:creationId xmlns:a16="http://schemas.microsoft.com/office/drawing/2014/main" xmlns="" id="{3BC69FE0-B1FD-69DE-475B-94CBE7CBA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477155"/>
            <a:ext cx="7458075" cy="586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64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E9B0D7-DBE2-E146-841E-E7A9C1CB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SSD – </a:t>
            </a:r>
            <a:r>
              <a:rPr lang="bg-BG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Форм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-фактор и интерфейси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0CC499-CFE5-239F-8939-9CD8FFA2A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Размерът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формата на всяко устройство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дължат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голяма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степен на размера и формата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компонентите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направата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му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Традиционните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bg-B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твърди 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разработени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основата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въртящите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информационни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носители,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заедно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мотора (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шпиндела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вътре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корпуса. В случай, че диска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състои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свързани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 между си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различни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интегрални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схеми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посредством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интерфейсен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съединител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то формата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устройството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спецификация или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типоразмерът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може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бъде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всякаква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защото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вече не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ограничава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формата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въртящите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вътрешни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елементи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Някои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произвеждат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по-големи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шасита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този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начин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бъдат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монтирани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стелажи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където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бъдат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подредени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едновременно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няколко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подобни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устройства.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може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постигне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чрез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свързването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им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една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обща шина в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шасито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след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това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бъдат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ползвани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един общ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съединител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ru-RU" b="0" i="0" u="none" strike="noStrike" baseline="3000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[1]</a:t>
            </a:r>
            <a:endParaRPr lang="ru-RU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 algn="just">
              <a:buNone/>
            </a:pP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Най-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често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практиката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прилагат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2,5-инчова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размерна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спецификация (най-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често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лаптопите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).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настолните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компютри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слот за 3,5-инчов диск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планка,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която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прикрепя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по-малкото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2,5-инчово устройство.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Други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видове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форми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могат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бъдат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открити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прилагането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им в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специфични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корпоративни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проекти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От 2014 г.,</a:t>
            </a:r>
            <a:r>
              <a: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mSATA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и </a:t>
            </a:r>
            <a:r>
              <a: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M.2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спецификации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също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набират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популярност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най-вече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сферата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лаптопите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184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197D65-40A0-38A6-6417-0C42DB138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3367"/>
            <a:ext cx="10972800" cy="763600"/>
          </a:xfrm>
        </p:spPr>
        <p:txBody>
          <a:bodyPr wrap="square" anchor="t">
            <a:normAutofit/>
          </a:bodyPr>
          <a:lstStyle/>
          <a:p>
            <a:r>
              <a:rPr lang="bg-BG" err="1"/>
              <a:t>Форм</a:t>
            </a:r>
            <a:r>
              <a:rPr lang="bg-BG"/>
              <a:t>-фактори </a:t>
            </a:r>
            <a:endParaRPr lang="en-US"/>
          </a:p>
        </p:txBody>
      </p:sp>
      <p:pic>
        <p:nvPicPr>
          <p:cNvPr id="6146" name="Picture 2" descr="An Introduction to SSD Interface">
            <a:extLst>
              <a:ext uri="{FF2B5EF4-FFF2-40B4-BE49-F238E27FC236}">
                <a16:creationId xmlns:a16="http://schemas.microsoft.com/office/drawing/2014/main" xmlns="" id="{726ED263-D6A1-65F3-E6FC-039AFB1AA9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9013" y="1536700"/>
            <a:ext cx="7093974" cy="4554538"/>
          </a:xfrm>
          <a:prstGeom prst="rect">
            <a:avLst/>
          </a:prstGeom>
          <a:solidFill>
            <a:srgbClr val="FFFFFF"/>
          </a:solidFill>
          <a:extLst/>
        </p:spPr>
      </p:pic>
    </p:spTree>
    <p:extLst>
      <p:ext uri="{BB962C8B-B14F-4D97-AF65-F5344CB8AC3E}">
        <p14:creationId xmlns:p14="http://schemas.microsoft.com/office/powerpoint/2010/main" val="1473452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D21E17-FE2B-574E-B9F5-E9DEB8AFE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3367"/>
            <a:ext cx="10972800" cy="763600"/>
          </a:xfrm>
        </p:spPr>
        <p:txBody>
          <a:bodyPr wrap="square" anchor="t">
            <a:normAutofit/>
          </a:bodyPr>
          <a:lstStyle/>
          <a:p>
            <a:r>
              <a:rPr lang="bg-BG"/>
              <a:t>Интерфейси</a:t>
            </a:r>
            <a:r>
              <a:rPr lang="bg-BG" dirty="0"/>
              <a:t> </a:t>
            </a:r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CA3A24E5-F59C-7C86-D5AC-B76763259E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89461" y="1536700"/>
            <a:ext cx="3213077" cy="4554538"/>
          </a:xfrm>
          <a:prstGeom prst="rect">
            <a:avLst/>
          </a:prstGeom>
          <a:solidFill>
            <a:srgbClr val="FFFFFF"/>
          </a:solidFill>
          <a:extLst/>
        </p:spPr>
      </p:pic>
    </p:spTree>
    <p:extLst>
      <p:ext uri="{BB962C8B-B14F-4D97-AF65-F5344CB8AC3E}">
        <p14:creationId xmlns:p14="http://schemas.microsoft.com/office/powerpoint/2010/main" val="1712444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0404FC6-E6E4-23D8-5EA3-066D9AD89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38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AD7D44-EB19-9CEE-0797-3A17E917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Сравнение на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SSD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HDD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– Предимства на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SSD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7135D6-F1C0-F9E8-9A0E-D27AA3A82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Предимства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устройства пред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устройствата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диск: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значително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по-бързи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технологията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им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позволява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почти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нулево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време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търсене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„сектор“ с информация и много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по-добри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времена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запис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четене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Windows 10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стартира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три до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четири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пъти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по-бързо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липсата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движещи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механични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части води до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по-дълъг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живот;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четенето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данни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скъсява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живота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устройството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много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по-голяма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плътност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единица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площ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позволява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създаването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малки по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обем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но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големи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капацитет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по-издръжливи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вибрации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механични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смущения (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удари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изпускания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използват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доста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по-малко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енергия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поради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липсата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механика);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не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нагряват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напълно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безшумни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липсват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вибрации при работа.</a:t>
            </a:r>
          </a:p>
          <a:p>
            <a:pPr algn="just"/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Много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предимствата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правят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подходящи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лаптопи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където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ниската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консумация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температура,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малките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размери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издръжливостта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основно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значение.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444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ADB4D4-B343-7BEE-B600-BBCFE867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Сравнение на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SDD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HDD –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Недостатъци на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SSD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0EC856-2E15-939C-3C01-5CE678D66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първо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място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все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още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по-високата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цена;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имат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ограничен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брой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записи,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който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обаче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надхвърля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издръжливостта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Сегашните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модели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издържат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нормални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условия до 20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години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Цената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 </a:t>
            </a:r>
            <a:r>
              <a:rPr lang="bg-BG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гигабайт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за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устройство от 2010 до 2012 г. 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намаляла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3 на 1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долар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или три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пъти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Вследствие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постоянното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намаляване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цената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полупроводниковите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устройства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доближават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но все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още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остават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по-скъпи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традиционните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един статичен диск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капацитет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300 – 600 GB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декември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2012 г. е два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пъти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по-скъп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2,5-инчов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диск с 500 GB за 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лаптоп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 В сегмента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бързите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цената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един бит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есента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2014 г. практически е сравнима с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тази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 2,5-инчовите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най-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високо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ниво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със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скорост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въртене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шпиндела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15 000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rpm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(оборота в минута).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Тези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ще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станат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по-евтини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споменатите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още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през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2016 г., 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към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2025 г. се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очаква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корпоративните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статични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да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станат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по-евтини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от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традиционните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твърди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дискове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прогнозира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Toshiba</a:t>
            </a:r>
            <a:r>
              <a:rPr lang="ru-RU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70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7918B9-CAEE-F7EA-5EA1-7E704B29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00" y="593367"/>
            <a:ext cx="10912800" cy="8940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bg-BG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Тест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7370EF-EED2-C160-7AB9-592673D9D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800" y="1939500"/>
            <a:ext cx="8844400" cy="43252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От какво е съкращение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SSD?</a:t>
            </a:r>
          </a:p>
          <a:p>
            <a:pPr>
              <a:spcAft>
                <a:spcPts val="600"/>
              </a:spcAft>
            </a:pP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Има ли движещи се части в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SSD?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SSD </a:t>
            </a: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имат ли нужда от контролер?</a:t>
            </a:r>
          </a:p>
          <a:p>
            <a:pPr>
              <a:spcAft>
                <a:spcPts val="600"/>
              </a:spcAft>
            </a:pP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Кои са най-използваните </a:t>
            </a:r>
            <a:r>
              <a:rPr lang="bg-BG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форм</a:t>
            </a: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-фактори на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SSD?</a:t>
            </a:r>
          </a:p>
          <a:p>
            <a:pPr>
              <a:spcAft>
                <a:spcPts val="600"/>
              </a:spcAft>
            </a:pP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Кога възникват първите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SSD-</a:t>
            </a: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та?</a:t>
            </a:r>
          </a:p>
          <a:p>
            <a:pPr>
              <a:spcAft>
                <a:spcPts val="600"/>
              </a:spcAft>
            </a:pP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Кои са някои от предимствата на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SSD?</a:t>
            </a:r>
            <a:endParaRPr lang="bg-B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12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94F090-A903-F6EF-90BD-B17A85EA7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00" y="593367"/>
            <a:ext cx="10912800" cy="894000"/>
          </a:xfrm>
        </p:spPr>
        <p:txBody>
          <a:bodyPr wrap="square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Източници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C0D579-BA06-586B-35FA-A63A49EDA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800" y="1939500"/>
            <a:ext cx="8844400" cy="43252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bg.wikipedia.org/wiki/%D0%9F%D0%BE%D0%BB%D1%83%D0%BF%D1%80%D0%BE%D0%B2%D0%BE%D0%B4%D0%BD%D0%B8%D0%BA%D0%BE%D0%B2%D0%BE_(%D1%81%D1%82%D0%B0%D1%82%D0%B8%D1%87%D0%BD%D0%BE)_%D0%B4%D0%B8%D1%81%D0%BA%D0%BE%D0%B2%D0%BE_%D1%83%D1%81%D1%82%D1%80%D0%BE%D0%B9%D1%81%D1%82%D0%B2%D0%BE</a:t>
            </a:r>
            <a:endParaRPr lang="bg-B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http://tvoite.technology/?p=4781</a:t>
            </a:r>
            <a:endParaRPr lang="bg-B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https://www.youtube.com/watch?v=EXLfErPEYiw</a:t>
            </a:r>
            <a:endParaRPr lang="bg-B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bg-BG" dirty="0"/>
          </a:p>
          <a:p>
            <a:pPr>
              <a:spcAft>
                <a:spcPts val="600"/>
              </a:spcAft>
            </a:pPr>
            <a:endParaRPr lang="bg-B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bg-BG" sz="2400" dirty="0">
                <a:latin typeface="Calibri" panose="020F0502020204030204" pitchFamily="34" charset="0"/>
                <a:cs typeface="Calibri" panose="020F0502020204030204" pitchFamily="34" charset="0"/>
              </a:rPr>
              <a:t>Изработил: Велчо Шаламанов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230427"/>
      </p:ext>
    </p:extLst>
  </p:cSld>
  <p:clrMapOvr>
    <a:masterClrMapping/>
  </p:clrMapOvr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nsurance Pitch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 Startup _ by Slidesgo</Template>
  <TotalTime>138</TotalTime>
  <Words>624</Words>
  <Application>Microsoft Office PowerPoint</Application>
  <PresentationFormat>Custom</PresentationFormat>
  <Paragraphs>81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Tech Startup by Slidesgo</vt:lpstr>
      <vt:lpstr>SlidesGo Final Pages</vt:lpstr>
      <vt:lpstr>Insurance Pitch by Slidesgo</vt:lpstr>
      <vt:lpstr>1_Slidesgo Final Pages</vt:lpstr>
      <vt:lpstr>Полупроводникови запомнящи устройства-SSD.  Видове и характеристики на SSD. </vt:lpstr>
      <vt:lpstr>СЪДЪРЖАНИЕ </vt:lpstr>
      <vt:lpstr> Полупроводниково (статично) дисково устройство (Solid-state drive, SSD)  </vt:lpstr>
      <vt:lpstr>Архитектура и начин на работа – флаш клетка (NAND)</vt:lpstr>
      <vt:lpstr>Архитектура и начин на работа – флаш клетка (NAND)</vt:lpstr>
      <vt:lpstr>Архитектура и начин на работа - контролер</vt:lpstr>
      <vt:lpstr>PowerPoint Presentation</vt:lpstr>
      <vt:lpstr>PowerPoint Presentation</vt:lpstr>
      <vt:lpstr>Четене, запис и триене на информация</vt:lpstr>
      <vt:lpstr>Памет – Базирани на флашпамет </vt:lpstr>
      <vt:lpstr>Памет – Базирани на динамична памет</vt:lpstr>
      <vt:lpstr>История-ранни статични дискове</vt:lpstr>
      <vt:lpstr>PowerPoint Presentation</vt:lpstr>
      <vt:lpstr>История - флаш-базирани статични дискове</vt:lpstr>
      <vt:lpstr>История - флаш-базирани статични дискове</vt:lpstr>
      <vt:lpstr>PowerPoint Presentation</vt:lpstr>
      <vt:lpstr>SSD – Форм-фактор и интерфейси </vt:lpstr>
      <vt:lpstr>Форм-фактори </vt:lpstr>
      <vt:lpstr>Интерфейси </vt:lpstr>
      <vt:lpstr>PowerPoint Presentation</vt:lpstr>
      <vt:lpstr>Сравнение на SSD и HDD – Предимства на SSD</vt:lpstr>
      <vt:lpstr>Сравнение на SDD и HDD – Недостатъци на SSD </vt:lpstr>
      <vt:lpstr>Тест</vt:lpstr>
      <vt:lpstr>Източници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Полупроводникови запомнящи устройства-SSD.  Видове и характеристики на SSD. </dc:title>
  <dc:creator>Велчо Г. Шаламанов</dc:creator>
  <cp:lastModifiedBy>PC 8</cp:lastModifiedBy>
  <cp:revision>2</cp:revision>
  <dcterms:created xsi:type="dcterms:W3CDTF">2022-12-14T17:14:01Z</dcterms:created>
  <dcterms:modified xsi:type="dcterms:W3CDTF">2022-12-19T07:47:05Z</dcterms:modified>
</cp:coreProperties>
</file>