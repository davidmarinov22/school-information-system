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2" r:id="rId9"/>
    <p:sldId id="263" r:id="rId10"/>
    <p:sldId id="264" r:id="rId11"/>
    <p:sldId id="265" r:id="rId12"/>
    <p:sldId id="278" r:id="rId13"/>
    <p:sldId id="279" r:id="rId14"/>
    <p:sldId id="280" r:id="rId15"/>
    <p:sldId id="281" r:id="rId16"/>
    <p:sldId id="282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57" autoAdjust="0"/>
  </p:normalViewPr>
  <p:slideViewPr>
    <p:cSldViewPr>
      <p:cViewPr varScale="1">
        <p:scale>
          <a:sx n="72" d="100"/>
          <a:sy n="72" d="100"/>
        </p:scale>
        <p:origin x="-1164" y="-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B9589-6C91-424D-B55C-3ABF3DB616D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7BCAC-C774-4A13-BAE4-8420E6E3B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2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7BCAC-C774-4A13-BAE4-8420E6E3B3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подзаглавията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Щракн., за да ред. стил на загл. в обр.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Щракн., за да ред. стил на загл. в обр.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Щракн., за да ред. стил на загл. в обр.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Щракн., за да ред. стил на загл. в обр.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Щракнете, за да редактирате стила на заглавието в образеца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Щракн., за да ред. стил на загл. в обр.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CC536-4F3D-4E22-A9F1-A3C6D40310AC}" type="datetimeFigureOut">
              <a:rPr lang="bg-BG" smtClean="0"/>
              <a:t>29.11.2022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F3F3C-A60D-426C-8F94-912700854F7B}" type="slidenum">
              <a:rPr lang="bg-BG" smtClean="0"/>
              <a:t>‹#›</a:t>
            </a:fld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Дипломен проект\Презентация\Images\thumb-1920-64759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0168" y="0"/>
            <a:ext cx="12545394" cy="705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05772" y="5733256"/>
            <a:ext cx="430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Ръководител: инж. Наташа Даскалова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6440" y="2775377"/>
            <a:ext cx="5720680" cy="766936"/>
          </a:xfrm>
        </p:spPr>
        <p:txBody>
          <a:bodyPr>
            <a:normAutofit/>
          </a:bodyPr>
          <a:lstStyle/>
          <a:p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Изготвил: Ивайло </a:t>
            </a:r>
            <a:r>
              <a:rPr lang="bg-BG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Юлианов</a:t>
            </a:r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Петков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536" y="1575048"/>
            <a:ext cx="89644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ТЕМА: КОМПЮТЪРНИ КЛАВИАТУРИ. ИЗГРАЖДАНЕ НА МНОГОФУНКЦИОНАЛНА КЛАВИАТУРА ЧРЕЗ MACRO RECORDER</a:t>
            </a:r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843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DA8D9AD-A609-D556-6A3B-020F15BA21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-174849"/>
            <a:ext cx="13393488" cy="75338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Съдържание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УВОД........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3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I. 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ПЪРВА ЧАСТ – СЪЩНОСТ И ПРЕДНАЗНАЧЕНИЕ НА КЛАВИАТУРИТЕ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............................стр. 4-22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1. Същност и предназначение.........................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4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2. Принцип на действие............................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..стр.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4-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3. Връзка между компютър и клавиатура............................................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....стр.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bg-BG" sz="11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4. Съвместимост........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-7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5. Класификация........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-22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5.1. Според вида технологията........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7-1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5.2.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Според вида на интерфейса........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11-1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5.3. Според броя клавиши........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14-18</a:t>
            </a:r>
            <a:endParaRPr lang="bg-BG" sz="11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5.4. Според подредбата на клавиатурата........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18-22</a:t>
            </a:r>
            <a:endParaRPr lang="bg-BG" sz="11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II. 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ВТОРА ЧАСТ - ПРОЕКТИРАНЕ НА МНОГОФУНКЦИОНАЛНА КЛАВИАТУРА ЧРЕЗ MACRO RECORDER........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23-30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2.1. Какво представлява една многофункционална клавиатура.........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23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2.2. Как се изгражда многофункционална клавиатура........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23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2.3. Защо да изберем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Macro Recorder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23-24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2.4. Как съм реализирал моята идея и как ще я демонстрирам…..........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24-30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Стъпки при инсталацията на </a:t>
            </a:r>
            <a:r>
              <a:rPr lang="bg-BG" sz="11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Macro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11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Recorder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24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4.2. </a:t>
            </a:r>
            <a:r>
              <a:rPr lang="bg-BG" sz="11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Macro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11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Recorder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и принципа му на работа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24-26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4.3. 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Действия и техните стойности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26-28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2.4.4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Демонстрация на автоматизацията и многофункционалната клавиатура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.стр. 29-30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ИЗВОДИ И ОБОБЩЕНИЯ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31-32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ЗАКЛЮЧЕНИЕ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32</a:t>
            </a:r>
          </a:p>
          <a:p>
            <a:pPr marL="0" indent="0">
              <a:buNone/>
            </a:pP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ИЗТОЧНИЦИ: 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................................................................................................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...........................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.........</a:t>
            </a:r>
            <a:r>
              <a:rPr lang="bg-BG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стр. 33</a:t>
            </a:r>
          </a:p>
        </p:txBody>
      </p:sp>
    </p:spTree>
    <p:extLst>
      <p:ext uri="{BB962C8B-B14F-4D97-AF65-F5344CB8AC3E}">
        <p14:creationId xmlns:p14="http://schemas.microsoft.com/office/powerpoint/2010/main" val="235612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EF9B03E-2557-F67B-198F-B65CC08B8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9000" contras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18545" y="-1395536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Цели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657" y="1810559"/>
            <a:ext cx="80648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Целта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дипломния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ми проект е да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превърна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една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обикновена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клавиатура в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многофункционална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клавиатура чрез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софтуер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който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е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съвместим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всички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компютърни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клавиатури</a:t>
            </a: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Многофункционалните клавиатури ни спестяват от нашето лично време и труд. Различните многофункционални клавиатури го достигат по различни начини. Програмата, която ще използвам за превръщането на обикновена клавиатура в многофункционална го достига чрез автоматизация на различни действия.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657" y="4365104"/>
            <a:ext cx="80291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Задачата на проекта е да използвам функционалностите на софтуера 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Macro Recorder </a:t>
            </a:r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за да постигна автоматизация и да превърна обикновена клавиатура в многофункционална и с натискането на клавиши да мога да записвам и повтарям действия, извършени от мишката и клавиатурата на компютърната система</a:t>
            </a:r>
          </a:p>
        </p:txBody>
      </p:sp>
    </p:spTree>
    <p:extLst>
      <p:ext uri="{BB962C8B-B14F-4D97-AF65-F5344CB8AC3E}">
        <p14:creationId xmlns:p14="http://schemas.microsoft.com/office/powerpoint/2010/main" val="1032882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B0EFBF7-9B5A-CB8E-E64C-C06DF691A4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8560" y="-96691"/>
            <a:ext cx="10587660" cy="70513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Увод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8867328" cy="37010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Първата компютърна клавиатура е създадена от Дъглас </a:t>
            </a:r>
            <a:r>
              <a:rPr lang="bg-BG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Егелбърт</a:t>
            </a:r>
            <a:r>
              <a:rPr lang="bg-BG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подобие на пишещата машина. На всеки клавиш е отпечатан знака, който въвежда. Има и символи, които се въвеждат с комбинации от клавиши. Многофункционалните клавиатури надграждат обикновените клавиши като им добавят нови функции.</a:t>
            </a:r>
          </a:p>
        </p:txBody>
      </p:sp>
    </p:spTree>
    <p:extLst>
      <p:ext uri="{BB962C8B-B14F-4D97-AF65-F5344CB8AC3E}">
        <p14:creationId xmlns:p14="http://schemas.microsoft.com/office/powerpoint/2010/main" val="98421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F:\Дипломен проект\Презентация\Images\photo-1547394765-185e1e68f34e.jpg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7416" y="-85700"/>
            <a:ext cx="10538831" cy="70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16" y="1880828"/>
            <a:ext cx="9145016" cy="3096344"/>
          </a:xfrm>
        </p:spPr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ОСНОВНА ЧАСТ – Разделена на 2 части</a:t>
            </a:r>
            <a:b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Първа част – </a:t>
            </a:r>
            <a:b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Същност и предназначение на клавиатурите</a:t>
            </a:r>
            <a:b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4413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1A3844F-A8EB-4FE0-7F80-4A241E039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2776" y="-17190"/>
            <a:ext cx="15229522" cy="95184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Същност и предназначение на клавиатурите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115616" y="2564904"/>
            <a:ext cx="74271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Клавиатурата е входно периферно устройство.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bg-BG" sz="24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Тя служи за въвеждане на информация в компютърната система и за нейното </a:t>
            </a:r>
            <a:r>
              <a:rPr lang="bg-BG" sz="2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навигиране</a:t>
            </a:r>
            <a:r>
              <a:rPr lang="bg-BG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429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F6FDD7D-E2D4-146B-CCE8-4C205768A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saturation sat="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32856" y="-2370991"/>
            <a:ext cx="14499976" cy="115999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на действие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59632" y="2244980"/>
            <a:ext cx="7200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всеки клавиш в зависимост от мястото му е присвоен така наречения позиционен код. Състои се от 8 бита. Той се предава бит по бит.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Клавиатурите имат и функции, които помагат с правилното въвеждане на информация.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20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39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B31A1DF-716F-4550-FEC8-62258F68B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8840" y="-4631784"/>
            <a:ext cx="13753528" cy="137535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на действие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683568" y="1988840"/>
            <a:ext cx="8229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Клавишите са подредени в редове и колони, като по този начин се формират отделните блокове на компютърната клавиатура: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Функционалнен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блок 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Символен блок 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Навигационен блок 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 блок – 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Клавиатурите се използват и за въвеждане на команди. Това става с използването комбинации от клавиши. За тях се използват контролните клавиши</a:t>
            </a:r>
          </a:p>
        </p:txBody>
      </p:sp>
    </p:spTree>
    <p:extLst>
      <p:ext uri="{BB962C8B-B14F-4D97-AF65-F5344CB8AC3E}">
        <p14:creationId xmlns:p14="http://schemas.microsoft.com/office/powerpoint/2010/main" val="1675714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FDBBBA9-C954-AD9F-1A6E-BB5B0953C74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0608" y="-459432"/>
            <a:ext cx="11325555" cy="86593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Връзка между компютър и клавиатура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59632" y="2244980"/>
            <a:ext cx="73448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Позоционните</a:t>
            </a:r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кодове се изпращат от клавиатурата към компютъра последователно, така че е необходим само един проводник за предаване на цялата информация. Втори проводник служи за заземяване и обратна връзка. За синхронизация между клавиатурата и компютъра се използва отделен проводник, който предава клавиатурен часовников сигнал. Четвърти и последен проводник се изисква за 5-те волта прав ток необходими на клавиатурата за да може да работи тя.</a:t>
            </a:r>
          </a:p>
        </p:txBody>
      </p:sp>
    </p:spTree>
    <p:extLst>
      <p:ext uri="{BB962C8B-B14F-4D97-AF65-F5344CB8AC3E}">
        <p14:creationId xmlns:p14="http://schemas.microsoft.com/office/powerpoint/2010/main" val="186546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E5C50E1-B224-1057-7C02-0CBD5DA280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6672" y="0"/>
            <a:ext cx="12407863" cy="8109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Съвместимост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378887" y="2780928"/>
            <a:ext cx="66967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Старите </a:t>
            </a:r>
            <a:r>
              <a:rPr lang="bg-BG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клавиатурури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доставяни с 8088 или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 едностранни. Те изпращат кодове към компютъра под формата на постоянен диалог. Днешните клавиатури, предназначени за АТ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компютър, приемат команди от компютъра и дори имат свой собствен език.</a:t>
            </a: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11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AEB96E-A1B0-091C-9009-7699F288B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59632" y="2244980"/>
            <a:ext cx="6120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Клавиатурите могат да се класифицират по много различни признаци: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вида на </a:t>
            </a:r>
            <a:r>
              <a:rPr lang="bg-BG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техлоногията</a:t>
            </a:r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вида на интерфейса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броя клавиши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подредбата на клавиатурата</a:t>
            </a:r>
          </a:p>
        </p:txBody>
      </p:sp>
    </p:spTree>
    <p:extLst>
      <p:ext uri="{BB962C8B-B14F-4D97-AF65-F5344CB8AC3E}">
        <p14:creationId xmlns:p14="http://schemas.microsoft.com/office/powerpoint/2010/main" val="2132220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C3D0F13-4830-C4E9-E02D-AF30369F3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Класификация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вида на технологията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59632" y="2244980"/>
            <a:ext cx="6120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вида на технологията се делят на: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Механични клавиатури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Мембранни клавиатури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куполен превключвател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Ножични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клавиатури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bg-BG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Капацитивни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сензори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ефект на Хол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33CBEAA-D72F-F34A-07FD-0A3FA5E95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4005064"/>
            <a:ext cx="4570730" cy="18529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B683AA1-1349-35C7-05C2-46B9F48E017B}"/>
              </a:ext>
            </a:extLst>
          </p:cNvPr>
          <p:cNvSpPr txBox="1"/>
          <p:nvPr/>
        </p:nvSpPr>
        <p:spPr>
          <a:xfrm>
            <a:off x="6279000" y="5803999"/>
            <a:ext cx="101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Суичове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88738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E2C9C6F-C591-52D1-B2A3-AAF813B82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24799" y="-1251520"/>
            <a:ext cx="16193597" cy="91088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Класификация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вида на интерфейса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59632" y="2244980"/>
            <a:ext cx="69127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Клавиатурите имат различни начини за свързване.</a:t>
            </a:r>
          </a:p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Има клавиатури с кабел, както и безжични клавиатури.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PS/2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порт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Безжично (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Bluetooth)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Безжично (Радио честотни)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132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4D92BF3-F96B-ED5A-F468-B6685C369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6792" y="-891480"/>
            <a:ext cx="12097344" cy="80699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Класификация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броя клавиши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59632" y="2244980"/>
            <a:ext cx="69127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Пълна клавиатура (100%)</a:t>
            </a:r>
            <a:b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1800 Компактна клавиатура (96%)</a:t>
            </a:r>
            <a:b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TKL (</a:t>
            </a: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Tenkeyless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клавиатура</a:t>
            </a:r>
          </a:p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75% клавиатура</a:t>
            </a:r>
          </a:p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65% клавиатура</a:t>
            </a:r>
          </a:p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60% клавиатура</a:t>
            </a:r>
          </a:p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 клавиатура</a:t>
            </a:r>
          </a:p>
        </p:txBody>
      </p:sp>
    </p:spTree>
    <p:extLst>
      <p:ext uri="{BB962C8B-B14F-4D97-AF65-F5344CB8AC3E}">
        <p14:creationId xmlns:p14="http://schemas.microsoft.com/office/powerpoint/2010/main" val="1518605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7098087-737C-0833-E1D3-614A2AD9D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-99392"/>
            <a:ext cx="13404981" cy="75403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Класификация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подредбата на клавиатурата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59632" y="2244980"/>
            <a:ext cx="69127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Клавиатурни подредби на латиница: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QWERT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AZERTY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DVORAK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Dvorak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Colemak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Workman</a:t>
            </a:r>
          </a:p>
          <a:p>
            <a:pPr marL="285750" indent="-285750">
              <a:buFontTx/>
              <a:buChar char="-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Други клавиатурни подредби</a:t>
            </a:r>
          </a:p>
        </p:txBody>
      </p:sp>
    </p:spTree>
    <p:extLst>
      <p:ext uri="{BB962C8B-B14F-4D97-AF65-F5344CB8AC3E}">
        <p14:creationId xmlns:p14="http://schemas.microsoft.com/office/powerpoint/2010/main" val="2000598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7098087-737C-0833-E1D3-614A2AD9D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-99392"/>
            <a:ext cx="13404981" cy="75403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Класификация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Според подредбата на клавиатурата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59632" y="2244980"/>
            <a:ext cx="6912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Български клавиатурни </a:t>
            </a:r>
            <a:r>
              <a:rPr lang="bg-BG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подреби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БДС 5237:1978</a:t>
            </a:r>
          </a:p>
          <a:p>
            <a:pPr marL="285750" indent="-285750">
              <a:buFontTx/>
              <a:buChar char="-"/>
            </a:pPr>
            <a:r>
              <a:rPr lang="bg-BG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прБДС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5237:2006</a:t>
            </a:r>
          </a:p>
          <a:p>
            <a:pPr marL="285750" indent="-285750">
              <a:buFontTx/>
              <a:buChar char="-"/>
            </a:pP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Фонетична подредба</a:t>
            </a:r>
          </a:p>
        </p:txBody>
      </p:sp>
    </p:spTree>
    <p:extLst>
      <p:ext uri="{BB962C8B-B14F-4D97-AF65-F5344CB8AC3E}">
        <p14:creationId xmlns:p14="http://schemas.microsoft.com/office/powerpoint/2010/main" val="2230649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ED53FF8-F0BA-17B8-9A8D-2B4E4C34E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4704" y="-1104320"/>
            <a:ext cx="12902827" cy="86066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340" y="2060848"/>
            <a:ext cx="8795320" cy="1138138"/>
          </a:xfrm>
        </p:spPr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Втора част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Проектиране на многофункционална клавиатура чрез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 Recorder</a:t>
            </a:r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089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FC5D86A-4A1E-E540-68C1-B7F36CDE3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14600" y="-1251520"/>
            <a:ext cx="16525328" cy="8262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Какво</a:t>
            </a: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представлява</a:t>
            </a: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многофункционална</a:t>
            </a: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клавиатура</a:t>
            </a:r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59632" y="2244980"/>
            <a:ext cx="6552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Многофункционалните клавиатури притежават допълнителни функционалности на клавишите. Те могат да бъдат добавени като допълнителни клавиши или чрез софтуер. </a:t>
            </a:r>
          </a:p>
        </p:txBody>
      </p:sp>
    </p:spTree>
    <p:extLst>
      <p:ext uri="{BB962C8B-B14F-4D97-AF65-F5344CB8AC3E}">
        <p14:creationId xmlns:p14="http://schemas.microsoft.com/office/powerpoint/2010/main" val="2932087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44A4FE5-3834-EB6A-7EB7-B9FB9C10E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7152" y="-3865924"/>
            <a:ext cx="16129792" cy="107591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се изгражда многофункционална клавиатура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331640" y="2464650"/>
            <a:ext cx="6480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 изграждането на една многофункционална клавиатура се използва специален софтуер. С неговата помощ могат да се променят функциите на обикновените клавиши.</a:t>
            </a:r>
          </a:p>
        </p:txBody>
      </p:sp>
    </p:spTree>
    <p:extLst>
      <p:ext uri="{BB962C8B-B14F-4D97-AF65-F5344CB8AC3E}">
        <p14:creationId xmlns:p14="http://schemas.microsoft.com/office/powerpoint/2010/main" val="3146759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0B258DA-F465-8F08-67CE-A56C755260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1097" y="-603448"/>
            <a:ext cx="14706193" cy="82717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Защо да изберем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 Recorder</a:t>
            </a:r>
            <a:endParaRPr lang="bg-BG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827584" y="1927686"/>
            <a:ext cx="7776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 Recorder</a:t>
            </a:r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може да се използва за изграждането на мултифункционална клавиатура.</a:t>
            </a:r>
          </a:p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Той работи с всички обикновени клавиатури.</a:t>
            </a:r>
          </a:p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Добавянето на функционалност чрез автоматизация може да спести много време и усилия</a:t>
            </a:r>
          </a:p>
        </p:txBody>
      </p:sp>
    </p:spTree>
    <p:extLst>
      <p:ext uri="{BB962C8B-B14F-4D97-AF65-F5344CB8AC3E}">
        <p14:creationId xmlns:p14="http://schemas.microsoft.com/office/powerpoint/2010/main" val="1093387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1C1CC9A-CDEF-0F04-4DE4-DF37C821C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saturation sat="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60648" y="-1251520"/>
            <a:ext cx="13278276" cy="82989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съм реализирал моята идея и как ще я представя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B9128FE-B4B8-931E-EB0A-AB774325B5A2}"/>
              </a:ext>
            </a:extLst>
          </p:cNvPr>
          <p:cNvSpPr txBox="1"/>
          <p:nvPr/>
        </p:nvSpPr>
        <p:spPr>
          <a:xfrm>
            <a:off x="1223628" y="2316912"/>
            <a:ext cx="66967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 успешното настройване на програмата ще заредя примерен запис и ще отворя едно изображение. Програмата ще търси за изображението на котката след натискането на клавиша за пускането на записа. При наличието на котката на екрана, програмата ще я затвори. След това, използвайки многофункционалната клавиатура ще добавя още действия, които да бъдат автоматизирани.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304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2747</TotalTime>
  <Words>1153</Words>
  <Application>Microsoft Office PowerPoint</Application>
  <PresentationFormat>On-screen Show (4:3)</PresentationFormat>
  <Paragraphs>118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тема</vt:lpstr>
      <vt:lpstr>PowerPoint Presentation</vt:lpstr>
      <vt:lpstr>Съдържание</vt:lpstr>
      <vt:lpstr>Цели и задачи</vt:lpstr>
      <vt:lpstr>Увод</vt:lpstr>
      <vt:lpstr>ОСНОВНА ЧАСТ – Разделена на 2 части  Първа част –  Същност и предназначение на клавиатурите  </vt:lpstr>
      <vt:lpstr>Същност и предназначение на клавиатурите</vt:lpstr>
      <vt:lpstr>Принцип на действие</vt:lpstr>
      <vt:lpstr>Принцип на действие</vt:lpstr>
      <vt:lpstr>Връзка между компютър и клавиатура</vt:lpstr>
      <vt:lpstr>Съвместимост</vt:lpstr>
      <vt:lpstr>Класификация</vt:lpstr>
      <vt:lpstr>Класификация. Според вида на технологията</vt:lpstr>
      <vt:lpstr>Класификация. Според вида на интерфейса</vt:lpstr>
      <vt:lpstr>Класификация. Според броя клавиши</vt:lpstr>
      <vt:lpstr>Класификация. Според подредбата на клавиатурата</vt:lpstr>
      <vt:lpstr>Класификация. Според подредбата на клавиатурата</vt:lpstr>
      <vt:lpstr>Втора част - Проектиране на многофункционална клавиатура чрез Macro Recorder</vt:lpstr>
      <vt:lpstr>Какво представлява една многофункционална клавиатура</vt:lpstr>
      <vt:lpstr>Как се изгражда многофункционална клавиатура</vt:lpstr>
      <vt:lpstr>Защо да изберем Macro Recorder</vt:lpstr>
      <vt:lpstr>Как съм реализирал моята идея и как ще я представя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КОМПЮТЪРНИ КЛАВИАТУРИ. ИЗГРАЖДАНЕ НА МНОГОФУНКЦИОНАЛНА КЛАВИАТУРА ЧРЕЗ MACRO RECORDER.</dc:title>
  <dc:creator>Student</dc:creator>
  <cp:lastModifiedBy>PC-0</cp:lastModifiedBy>
  <cp:revision>34</cp:revision>
  <dcterms:created xsi:type="dcterms:W3CDTF">2022-04-28T08:19:50Z</dcterms:created>
  <dcterms:modified xsi:type="dcterms:W3CDTF">2022-11-29T09:49:10Z</dcterms:modified>
</cp:coreProperties>
</file>