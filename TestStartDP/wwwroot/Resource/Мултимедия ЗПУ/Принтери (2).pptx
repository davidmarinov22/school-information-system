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0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3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4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3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3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8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9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2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4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1867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03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0856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84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7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3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1FB99-54B3-41ED-97EE-DD779DC1AE52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066775-EF90-41BB-9BDD-D67AE2D22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g.wikipedia.org/wiki/%D0%9F%D0%B5%D1%80%D1%81%D0%BE%D0%BD%D0%B0%D0%BB%D0%B5%D0%BD_%D0%BA%D0%BE%D0%BC%D0%BF%D1%8E%D1%82%D1%8A%D1%80" TargetMode="External"/><Relationship Id="rId2" Type="http://schemas.openxmlformats.org/officeDocument/2006/relationships/hyperlink" Target="https://bg.wikipedia.org/wiki/%D0%9F%D0%B5%D1%80%D0%B8%D1%84%D0%B5%D1%80%D0%BD%D0%BE_%D1%83%D1%81%D1%82%D1%80%D0%BE%D0%B9%D1%81%D1%82%D0%B2%D0%B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g.wikipedia.org/wiki/%D0%9A%D0%BE%D0%BC%D0%BF%D1%8E%D1%82%D1%8A%D1%80%D0%BD%D0%B0_%D0%BC%D1%80%D0%B5%D0%B6%D0%B0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bg.wikipedia.org/wiki/%D0%A7%D0%B0%D1%80%D0%BB%D0%B7_%D0%91%D0%B0%D0%B1%D0%B8%D0%B4%D0%B6" TargetMode="External"/><Relationship Id="rId3" Type="http://schemas.openxmlformats.org/officeDocument/2006/relationships/hyperlink" Target="https://bg.wikipedia.org/wiki/%D0%A1%D0%BA%D0%B5%D0%BD%D0%B5%D1%80" TargetMode="External"/><Relationship Id="rId7" Type="http://schemas.openxmlformats.org/officeDocument/2006/relationships/hyperlink" Target="https://bg.wikipedia.org/wiki/%D0%9A%D0%BE%D0%BF%D0%B8%D1%80%D0%BD%D0%B0_%D0%BC%D0%B0%D1%88%D0%B8%D0%BD%D0%B0" TargetMode="External"/><Relationship Id="rId2" Type="http://schemas.openxmlformats.org/officeDocument/2006/relationships/hyperlink" Target="https://bg.wikipedia.org/wiki/USB_%D1%84%D0%BB%D0%B0%D1%8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g.wikipedia.org/wiki/%D0%A4%D0%B0%D0%BA%D1%81" TargetMode="External"/><Relationship Id="rId5" Type="http://schemas.openxmlformats.org/officeDocument/2006/relationships/hyperlink" Target="https://bg.wikipedia.org/wiki/%D0%92%D0%B8%D0%B4%D0%B5%D0%BE%D0%BA%D0%B0%D0%BC%D0%B5%D1%80%D0%B0" TargetMode="External"/><Relationship Id="rId4" Type="http://schemas.openxmlformats.org/officeDocument/2006/relationships/hyperlink" Target="https://bg.wikipedia.org/wiki/%D0%A4%D0%BE%D1%82%D0%BE%D0%B0%D0%BF%D0%B0%D1%80%D0%B0%D1%82" TargetMode="External"/><Relationship Id="rId9" Type="http://schemas.openxmlformats.org/officeDocument/2006/relationships/hyperlink" Target="https://bg.wikipedia.org/wiki/19_%D0%B2%D0%B5%D0%BA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E1E5C-2395-28FD-4B1A-A7DB83747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406" y="1506098"/>
            <a:ext cx="7766936" cy="1646302"/>
          </a:xfrm>
        </p:spPr>
        <p:txBody>
          <a:bodyPr/>
          <a:lstStyle/>
          <a:p>
            <a:pPr algn="ctr"/>
            <a:r>
              <a:rPr lang="bg-BG" dirty="0"/>
              <a:t>Принтери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EB1D12A-87EB-8C40-6286-54C4AD59F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5064" y="6270171"/>
            <a:ext cx="7766936" cy="543872"/>
          </a:xfrm>
        </p:spPr>
        <p:txBody>
          <a:bodyPr/>
          <a:lstStyle/>
          <a:p>
            <a:r>
              <a:rPr lang="bg-BG" dirty="0">
                <a:solidFill>
                  <a:schemeClr val="tx1"/>
                </a:solidFill>
              </a:rPr>
              <a:t>Изготвил: Кристиян Христосков -12г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9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BB819A-24CC-CC71-B3FF-1E3A7BB6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 Обющи сведения за принтерите.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246A38-9DC0-F896-575E-4199AFD06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1479"/>
            <a:ext cx="8596668" cy="47119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sz="2800" dirty="0"/>
              <a:t>?    Принтерите са устройства за </a:t>
            </a:r>
            <a:r>
              <a:rPr lang="bg-BG" sz="2800" dirty="0">
                <a:solidFill>
                  <a:schemeClr val="accent1"/>
                </a:solidFill>
              </a:rPr>
              <a:t>извеждане</a:t>
            </a:r>
            <a:r>
              <a:rPr lang="bg-BG" sz="2800" dirty="0"/>
              <a:t> на текст и </a:t>
            </a:r>
          </a:p>
          <a:p>
            <a:pPr marL="0" indent="0">
              <a:buNone/>
            </a:pPr>
            <a:r>
              <a:rPr lang="bg-BG" sz="2800" dirty="0"/>
              <a:t>     графика върху физически</a:t>
            </a:r>
          </a:p>
          <a:p>
            <a:pPr marL="0" indent="0">
              <a:buNone/>
            </a:pPr>
            <a:r>
              <a:rPr lang="bg-BG" sz="2800" dirty="0"/>
              <a:t>     носител/хартия, фолио/.</a:t>
            </a:r>
          </a:p>
          <a:p>
            <a:pPr marL="0" indent="0">
              <a:buNone/>
            </a:pPr>
            <a:endParaRPr lang="bg-BG" sz="2800" dirty="0"/>
          </a:p>
          <a:p>
            <a:pPr marL="0" indent="0">
              <a:buNone/>
            </a:pPr>
            <a:r>
              <a:rPr lang="bg-BG" sz="2800" dirty="0"/>
              <a:t>?    Принтерът се свързва към</a:t>
            </a:r>
          </a:p>
          <a:p>
            <a:pPr marL="0" indent="0">
              <a:buNone/>
            </a:pPr>
            <a:r>
              <a:rPr lang="bg-BG" sz="2800" dirty="0"/>
              <a:t>     компютъра посредством</a:t>
            </a:r>
          </a:p>
          <a:p>
            <a:pPr marL="0" indent="0">
              <a:buNone/>
            </a:pPr>
            <a:r>
              <a:rPr lang="bg-BG" sz="2800" dirty="0">
                <a:solidFill>
                  <a:schemeClr val="accent1"/>
                </a:solidFill>
              </a:rPr>
              <a:t>     интерфейс</a:t>
            </a:r>
          </a:p>
          <a:p>
            <a:pPr marL="0" indent="0">
              <a:buNone/>
            </a:pPr>
            <a:endParaRPr lang="bg-BG" sz="2800" dirty="0"/>
          </a:p>
          <a:p>
            <a:pPr marL="0" indent="0">
              <a:buNone/>
            </a:pPr>
            <a:r>
              <a:rPr lang="bg-BG" sz="2800" dirty="0"/>
              <a:t>?    Принтерът се </a:t>
            </a:r>
            <a:r>
              <a:rPr lang="bg-BG" sz="2800" dirty="0">
                <a:solidFill>
                  <a:schemeClr val="accent1"/>
                </a:solidFill>
              </a:rPr>
              <a:t>управлява</a:t>
            </a:r>
          </a:p>
          <a:p>
            <a:pPr marL="0" indent="0">
              <a:buNone/>
            </a:pPr>
            <a:r>
              <a:rPr lang="bg-BG" sz="2800" dirty="0"/>
              <a:t>     от компютъра.</a:t>
            </a:r>
          </a:p>
          <a:p>
            <a:pPr marL="0" indent="0">
              <a:buNone/>
            </a:pPr>
            <a:r>
              <a:rPr lang="bg-BG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15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C2EB7C-73F6-4F31-8EF1-1ECB22B4B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94" y="182530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Повечето принтери се използват като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Периферно устройство"/>
              </a:rPr>
              <a:t>периферни устройства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     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прикачени с кабел само към един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Персонален компютър"/>
              </a:rPr>
              <a:t>персонален компютър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     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Други принтери, известни като мрежови принтери, работят с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  вграден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Компютърна мрежа"/>
              </a:rPr>
              <a:t>мрежов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интерфейс,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  като обслужват едновременно много потребители.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3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29E495-8902-13AC-7042-F0E108941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0891"/>
            <a:ext cx="8596668" cy="452047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Много съвременни принтери могат директно, от цифровия носител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(мултимедийна флаш карта,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USB флаш"/>
              </a:rPr>
              <a:t>USB флаш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Скенер"/>
              </a:rPr>
              <a:t>скенер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цифров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Фотоапарат"/>
              </a:rPr>
              <a:t>фотоапарат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или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Видеокамера"/>
              </a:rPr>
              <a:t>камера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),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без връзка с компютър, да възпроизвеждат електронни документи.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Принтер, комбиниран в едно устройство със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Скенер"/>
              </a:rPr>
              <a:t>скенер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Факс"/>
              </a:rPr>
              <a:t>факс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и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Копирна машина"/>
              </a:rPr>
              <a:t>копир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се 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мултифункционално устройство.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    Първият в света принтер, представляващ механично задвижван апарат,</a:t>
            </a:r>
          </a:p>
          <a:p>
            <a:pPr marL="0" indent="0" algn="l">
              <a:buNone/>
            </a:pP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   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е изобретен от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Чарлз Бабидж"/>
              </a:rPr>
              <a:t>Чарлз Бабидж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през </a:t>
            </a:r>
            <a:r>
              <a:rPr lang="ru-RU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19 век"/>
              </a:rPr>
              <a:t>19 век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43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3F9FD1-A6D7-4A8D-3A37-D885622C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 Видове принтери.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8F63F1-92F2-355A-63AA-0E4F215F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52735"/>
            <a:ext cx="8596668" cy="4473819"/>
          </a:xfrm>
        </p:spPr>
        <p:txBody>
          <a:bodyPr>
            <a:noAutofit/>
          </a:bodyPr>
          <a:lstStyle/>
          <a:p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Пазарът предлага широка гама от печатащи устройства.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Знаейки какви видове принтери съществуват и как се различават,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можете да направите правилния избор.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Всеки тип устройство има своите предимства и недостатъци. 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След като се запознаете подробно с разновидностите на принтерите,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можете да изберете типа, който е най-подходящ за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домашна употреба или за решаване на проблеми в офиса.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1318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F043B3-4130-4442-51CC-23B33040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06" y="693575"/>
            <a:ext cx="8596668" cy="1320800"/>
          </a:xfrm>
        </p:spPr>
        <p:txBody>
          <a:bodyPr/>
          <a:lstStyle/>
          <a:p>
            <a:r>
              <a:rPr lang="bg-BG" dirty="0"/>
              <a:t>А) Матрични принтери.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162A9D-67C3-B1B8-3497-4A00A9E5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38" y="2123267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Това са първите печатарски устройства,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чийто връх на популярност беше преди повече от 10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години.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Сега тяхното място е заето от по-модерни модели,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така че производството на матрични устройства почти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спря.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575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BD0A3C-965A-E079-159F-6EF6E4EB0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- Принцип на работа.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27E1E1-2098-7E36-FD5A-E7DC4F38F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Принципът на работа на матричните принтери до голяма степен е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подобен на пишеща машина. Основата на работата на устройството е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матрица, която се състои от игли (обикновено 9, 18 или 24).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Сега се произвеждат само устройства с матрица с 24 игли, което ви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позволява да получите най-високото качество на печат.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Между хартията, която се движи върху вала, и печатащата единица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(матрица) е мастилена лента. Когато иглите го ударят, точките от тях се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прехвърлят върху хартията. Съхраняват се кодовете на паметта на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устройството за отпечатване на знаци, букви и цифри.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7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0545F3-CD11-2F94-6460-567B0C04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dirty="0"/>
              <a:t>Б) </a:t>
            </a:r>
            <a:r>
              <a:rPr lang="bg-BG" b="1" i="0" dirty="0">
                <a:effectLst/>
                <a:latin typeface="Roboto" panose="02000000000000000000" pitchFamily="2" charset="0"/>
              </a:rPr>
              <a:t>Мастиленоструйни принтери.</a:t>
            </a:r>
            <a:r>
              <a:rPr lang="bg-BG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/>
            </a:r>
            <a:br>
              <a:rPr lang="bg-BG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92A17E-5F4A-765E-1BBE-B0580BEE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През последното десетилетие мастиленоструйните принтери постигнаха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голям напредък в развитието си.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Те ви позволяват да получите висококачествен цветен печат.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Черно-белите модели на такива устройства вече не се предлагат.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72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B8CD7-F216-654A-887D-1198644C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- Принцип на работа.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FB9F50-2BD3-62BA-110C-31FFC362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688841"/>
            <a:ext cx="8667512" cy="4352521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Мастилените принтери се отпечатват чрез пръскане на мастило през много малки дюзи. Изображението е съставено от малки точки. За печат се използват бързосъхнещи мастила от четири цвята: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Черно (черен);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Циан (син);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Магента (магента);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Жълт (Yellow).</a:t>
            </a:r>
          </a:p>
          <a:p>
            <a:pPr algn="l"/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съвременните мастиленоструйни фото принтери се използват 6 цвята, което позволява да се увеличи яркостта и наситеността на цветовете. Характеристиките на технологията за печат от различни производители може да имат малки разлики.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00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52B2F6-07F8-7777-55BB-7AC9B502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4115"/>
            <a:ext cx="8886544" cy="4147248"/>
          </a:xfrm>
        </p:spPr>
        <p:txBody>
          <a:bodyPr>
            <a:no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Мастилените устройства са подходящи за тези,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които искат да отпечатват висококачествени снимки и цветни документи.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ниската цена на този тип модели завладява много потребители,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но имайте предвид, че цената на консумативите ще бъде голяма.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Ако устройството рядко се използва за печат, мастилото може да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изсъхне и ще трябва да се подменят касетите с мастило.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940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9DC215-59AE-D27F-ADBF-A6B17624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В) Лазарни принтери.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849365-F590-9236-2289-E472773B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наши дни принтерите, които използват лазерна технология,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са най-често срещаните, тъй като осигуряват висококачествен печат и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се отличават с производителност.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В повечето случаи принтери от този тип осигуряват монохромен печат, 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но има и цветни модели.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247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6D9500-A643-E28D-DA15-DCA9290F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- Принцип на работа.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4046B6-D030-05FE-6FBC-922350B24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361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Основата на лазерния принтер е подвижен барабан,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като в копирна машина.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Печатът се състои от няколко етапа.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Първо, лазерният лъч прилага изображението върху лист хартия,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който се движи върху барабана.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След като тонерът е прах от електрически заредени частици,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той лежи върху приложеното изображение и се фиксира чрез синтероване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при преминаване през нагрята ролка.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Roboto" panose="02000000000000000000" pitchFamily="2" charset="0"/>
              </a:rPr>
              <a:t>   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Технологията осигурява висококачествен печат, който не се страхува от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вода и лъчи на слънцето.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752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C0E92C-7CF7-D711-B7C3-F6DE6969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Г) </a:t>
            </a:r>
            <a:r>
              <a:rPr lang="en-US" dirty="0"/>
              <a:t>LED</a:t>
            </a:r>
            <a:r>
              <a:rPr lang="bg-BG" dirty="0"/>
              <a:t> принтери.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B41E5E-C6AB-6A1F-2C5A-818A22E0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Новото поколение принтери, работещи по LED технология, 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все още е много скъпо, 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така че не всеки може да си позволи такъв модел.</a:t>
            </a:r>
          </a:p>
          <a:p>
            <a:pPr marL="0" indent="0">
              <a:buNone/>
            </a:pP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/>
            </a:r>
            <a:b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58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3E92E0-0F89-5F65-A882-0008B851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- Начин на работа.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31A419-4985-57DB-1BDC-28D33C891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Технологията на LED печат е много подобна на лазерната.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Източникът на светлина в такива устройства не е лазерен лъч,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а лента от светодиоди.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Използването на тази модерна технология ви позволява да получите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latin typeface="Roboto" panose="02000000000000000000" pitchFamily="2" charset="0"/>
              </a:rPr>
              <a:t>     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висококачествен печат.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6512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E349DF-D6E7-7703-7135-825ABD30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Д) </a:t>
            </a:r>
            <a:r>
              <a:rPr lang="en-US" dirty="0"/>
              <a:t>MFP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12F71E-42AA-31F8-A662-6D2EE8A26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Многофункционално устройство (MFP) се използва за отпечатване на</a:t>
            </a:r>
          </a:p>
          <a:p>
            <a:pPr marL="0" indent="0">
              <a:buNone/>
            </a:pPr>
            <a:r>
              <a:rPr lang="ru-RU" sz="2000" dirty="0"/>
              <a:t>     документи и снимки, сканиране и копиране, </a:t>
            </a:r>
          </a:p>
          <a:p>
            <a:pPr marL="0" indent="0">
              <a:buNone/>
            </a:pPr>
            <a:r>
              <a:rPr lang="ru-RU" sz="2000" dirty="0"/>
              <a:t>     получаване или изпращане на факсове, </a:t>
            </a:r>
          </a:p>
          <a:p>
            <a:pPr marL="0" indent="0">
              <a:buNone/>
            </a:pPr>
            <a:r>
              <a:rPr lang="ru-RU" sz="2000" dirty="0"/>
              <a:t>     тъй като съчетава възможностите на няколко периферни устройства.</a:t>
            </a:r>
          </a:p>
          <a:p>
            <a:pPr marL="0" indent="0">
              <a:buNone/>
            </a:pPr>
            <a:r>
              <a:rPr lang="ru-RU" sz="2000" dirty="0"/>
              <a:t>    Чудесен за малки офиси с ограничено пространство, </a:t>
            </a:r>
          </a:p>
          <a:p>
            <a:pPr marL="0" indent="0">
              <a:buNone/>
            </a:pPr>
            <a:r>
              <a:rPr lang="ru-RU" sz="2000" dirty="0"/>
              <a:t>    както и за домашна употреба.</a:t>
            </a:r>
          </a:p>
          <a:p>
            <a:pPr marL="0" indent="0">
              <a:buNone/>
            </a:pPr>
            <a:r>
              <a:rPr lang="ru-RU" sz="2000" dirty="0"/>
              <a:t>    Комбинацията от няколко периферни устройства в едно ви позволява да</a:t>
            </a:r>
          </a:p>
          <a:p>
            <a:pPr marL="0" indent="0">
              <a:buNone/>
            </a:pPr>
            <a:r>
              <a:rPr lang="ru-RU" sz="2000" dirty="0"/>
              <a:t>    спестите използваемо пространство.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3936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83D418-ABF5-8F73-2F37-6EB3CE27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8971"/>
            <a:ext cx="8596668" cy="1320800"/>
          </a:xfrm>
        </p:spPr>
        <p:txBody>
          <a:bodyPr/>
          <a:lstStyle/>
          <a:p>
            <a:r>
              <a:rPr lang="bg-BG" dirty="0"/>
              <a:t>-Принцип на работа.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2A7298-EA86-6908-243E-047533C62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основата на работата на MFP може да се използва мастиленоструйна </a:t>
            </a:r>
          </a:p>
          <a:p>
            <a:pPr marL="0" indent="0">
              <a:buNone/>
            </a:pPr>
            <a:r>
              <a:rPr lang="ru-RU" sz="2400" dirty="0"/>
              <a:t>     или лазерна технология, а на пазара се появяват и LED модели.</a:t>
            </a:r>
          </a:p>
          <a:p>
            <a:pPr marL="0" indent="0">
              <a:buNone/>
            </a:pPr>
            <a:r>
              <a:rPr lang="ru-RU" sz="2400" dirty="0"/>
              <a:t>     Характеристиките на устройството зависят от използваната технология.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9729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EB481A-8227-9940-A246-BBC0E7D88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3600" dirty="0"/>
              <a:t> БЛАГОДАРЯ</a:t>
            </a:r>
          </a:p>
          <a:p>
            <a:pPr marL="0" indent="0" algn="ctr">
              <a:buNone/>
            </a:pPr>
            <a:r>
              <a:rPr lang="bg-BG" sz="3600" dirty="0"/>
              <a:t>  ЗА</a:t>
            </a:r>
          </a:p>
          <a:p>
            <a:pPr marL="0" indent="0" algn="ctr">
              <a:buNone/>
            </a:pPr>
            <a:r>
              <a:rPr lang="bg-BG" sz="3600" dirty="0"/>
              <a:t>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17558907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836</Words>
  <Application>Microsoft Office PowerPoint</Application>
  <PresentationFormat>Custom</PresentationFormat>
  <Paragraphs>114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Facet</vt:lpstr>
      <vt:lpstr>Принтери</vt:lpstr>
      <vt:lpstr>1. Обющи сведения за принтерите.</vt:lpstr>
      <vt:lpstr>PowerPoint Presentation</vt:lpstr>
      <vt:lpstr>PowerPoint Presentation</vt:lpstr>
      <vt:lpstr>2. Видове принтери.</vt:lpstr>
      <vt:lpstr>А) Матрични принтери.</vt:lpstr>
      <vt:lpstr>- Принцип на работа.</vt:lpstr>
      <vt:lpstr>Б) Мастиленоструйни принтери. </vt:lpstr>
      <vt:lpstr>- Принцип на работа.</vt:lpstr>
      <vt:lpstr>PowerPoint Presentation</vt:lpstr>
      <vt:lpstr>В) Лазарни принтери.</vt:lpstr>
      <vt:lpstr>- Принцип на работа.</vt:lpstr>
      <vt:lpstr>Г) LED принтери.</vt:lpstr>
      <vt:lpstr>- Начин на работа.</vt:lpstr>
      <vt:lpstr>Д) MFP</vt:lpstr>
      <vt:lpstr>-Принцип на работа.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Принтери</dc:title>
  <dc:creator>Metodiy Enchev</dc:creator>
  <cp:lastModifiedBy>PC-0</cp:lastModifiedBy>
  <cp:revision>2</cp:revision>
  <dcterms:created xsi:type="dcterms:W3CDTF">2022-12-21T09:05:21Z</dcterms:created>
  <dcterms:modified xsi:type="dcterms:W3CDTF">2022-12-21T11:08:44Z</dcterms:modified>
</cp:coreProperties>
</file>